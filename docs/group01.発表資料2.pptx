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Lst>
  <p:notesMasterIdLst>
    <p:notesMasterId r:id="rId18"/>
  </p:notesMasterIdLst>
  <p:sldIdLst>
    <p:sldId id="256" r:id="rId5"/>
    <p:sldId id="263" r:id="rId6"/>
    <p:sldId id="269" r:id="rId7"/>
    <p:sldId id="271" r:id="rId8"/>
    <p:sldId id="272" r:id="rId9"/>
    <p:sldId id="264" r:id="rId10"/>
    <p:sldId id="278" r:id="rId11"/>
    <p:sldId id="277" r:id="rId12"/>
    <p:sldId id="265" r:id="rId13"/>
    <p:sldId id="266" r:id="rId14"/>
    <p:sldId id="274" r:id="rId15"/>
    <p:sldId id="267" r:id="rId16"/>
    <p:sldId id="273"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DE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722"/>
  </p:normalViewPr>
  <p:slideViewPr>
    <p:cSldViewPr snapToGrid="0">
      <p:cViewPr>
        <p:scale>
          <a:sx n="124" d="100"/>
          <a:sy n="124" d="100"/>
        </p:scale>
        <p:origin x="1080" y="7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10BEA2-86A7-427A-9355-C05AF56D33A9}"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21261FF1-3D5D-4BFC-B8B3-FE21E267C002}">
      <dgm:prSet/>
      <dgm:spPr>
        <a:solidFill>
          <a:schemeClr val="accent2">
            <a:lumMod val="75000"/>
          </a:schemeClr>
        </a:solidFill>
      </dgm:spPr>
      <dgm:t>
        <a:bodyPr/>
        <a:lstStyle/>
        <a:p>
          <a:r>
            <a:rPr lang="ja-JP"/>
            <a:t>生活習慣の改善と遅刻防止を目的としたシステム</a:t>
          </a:r>
          <a:endParaRPr lang="en-US"/>
        </a:p>
      </dgm:t>
    </dgm:pt>
    <dgm:pt modelId="{E95E1761-73D3-4E1E-95E3-ED2D213EC2C4}" type="parTrans" cxnId="{3573BE6D-D549-49B9-A151-449345FF5E6D}">
      <dgm:prSet/>
      <dgm:spPr/>
      <dgm:t>
        <a:bodyPr/>
        <a:lstStyle/>
        <a:p>
          <a:endParaRPr lang="en-US"/>
        </a:p>
      </dgm:t>
    </dgm:pt>
    <dgm:pt modelId="{3EF6E3BA-0F7C-43CB-A320-BE44AD44881F}" type="sibTrans" cxnId="{3573BE6D-D549-49B9-A151-449345FF5E6D}">
      <dgm:prSet/>
      <dgm:spPr/>
      <dgm:t>
        <a:bodyPr/>
        <a:lstStyle/>
        <a:p>
          <a:endParaRPr lang="en-US"/>
        </a:p>
      </dgm:t>
    </dgm:pt>
    <dgm:pt modelId="{CE209DCC-1EDF-4E2C-923D-5F7E6246191E}">
      <dgm:prSet/>
      <dgm:spPr>
        <a:solidFill>
          <a:schemeClr val="accent2">
            <a:lumMod val="75000"/>
          </a:schemeClr>
        </a:solidFill>
      </dgm:spPr>
      <dgm:t>
        <a:bodyPr/>
        <a:lstStyle/>
        <a:p>
          <a:r>
            <a:rPr lang="ja-JP"/>
            <a:t>就寝時刻に照明・テレビを自動で</a:t>
          </a:r>
          <a:r>
            <a:rPr lang="en-US"/>
            <a:t>OFF</a:t>
          </a:r>
        </a:p>
      </dgm:t>
    </dgm:pt>
    <dgm:pt modelId="{74E02F89-E841-4DF5-A017-E52AC2E52CC5}" type="parTrans" cxnId="{75900676-C3EB-44E1-B4A0-399CE2FDDBE3}">
      <dgm:prSet/>
      <dgm:spPr/>
      <dgm:t>
        <a:bodyPr/>
        <a:lstStyle/>
        <a:p>
          <a:endParaRPr lang="en-US"/>
        </a:p>
      </dgm:t>
    </dgm:pt>
    <dgm:pt modelId="{046E7EF7-2A04-4633-927F-29BF1BB5DEEB}" type="sibTrans" cxnId="{75900676-C3EB-44E1-B4A0-399CE2FDDBE3}">
      <dgm:prSet/>
      <dgm:spPr/>
      <dgm:t>
        <a:bodyPr/>
        <a:lstStyle/>
        <a:p>
          <a:endParaRPr lang="en-US"/>
        </a:p>
      </dgm:t>
    </dgm:pt>
    <dgm:pt modelId="{4EFC976C-C37E-42A2-B018-3A1646C26289}">
      <dgm:prSet/>
      <dgm:spPr>
        <a:solidFill>
          <a:schemeClr val="accent2">
            <a:lumMod val="75000"/>
          </a:schemeClr>
        </a:solidFill>
      </dgm:spPr>
      <dgm:t>
        <a:bodyPr/>
        <a:lstStyle/>
        <a:p>
          <a:r>
            <a:rPr lang="ja-JP"/>
            <a:t>起床時刻に照明</a:t>
          </a:r>
          <a:r>
            <a:rPr lang="en-US"/>
            <a:t>ON</a:t>
          </a:r>
          <a:r>
            <a:rPr lang="ja-JP"/>
            <a:t>＋音楽再生</a:t>
          </a:r>
          <a:endParaRPr lang="en-US"/>
        </a:p>
      </dgm:t>
    </dgm:pt>
    <dgm:pt modelId="{D7F4A3A8-7903-4EFF-8430-F250E843CD90}" type="parTrans" cxnId="{BCA6582A-6A31-47A5-A9D8-CB89BFB6F8C6}">
      <dgm:prSet/>
      <dgm:spPr/>
      <dgm:t>
        <a:bodyPr/>
        <a:lstStyle/>
        <a:p>
          <a:endParaRPr lang="en-US"/>
        </a:p>
      </dgm:t>
    </dgm:pt>
    <dgm:pt modelId="{2EAACD32-F481-4277-B2BB-6B5780BA748C}" type="sibTrans" cxnId="{BCA6582A-6A31-47A5-A9D8-CB89BFB6F8C6}">
      <dgm:prSet/>
      <dgm:spPr/>
      <dgm:t>
        <a:bodyPr/>
        <a:lstStyle/>
        <a:p>
          <a:endParaRPr lang="en-US"/>
        </a:p>
      </dgm:t>
    </dgm:pt>
    <dgm:pt modelId="{007C2402-5F5D-467A-BC58-09BCB563248C}">
      <dgm:prSet/>
      <dgm:spPr>
        <a:solidFill>
          <a:schemeClr val="accent2">
            <a:lumMod val="75000"/>
          </a:schemeClr>
        </a:solidFill>
      </dgm:spPr>
      <dgm:t>
        <a:bodyPr/>
        <a:lstStyle/>
        <a:p>
          <a:r>
            <a:rPr lang="ja-JP" altLang="en-US"/>
            <a:t>電車遅延時はアラームを前倒し</a:t>
          </a:r>
          <a:br>
            <a:rPr lang="en-US"/>
          </a:br>
          <a:endParaRPr lang="en-US"/>
        </a:p>
      </dgm:t>
    </dgm:pt>
    <dgm:pt modelId="{53906C95-3477-4EA1-A908-9B4481A2F54E}" type="parTrans" cxnId="{483CB681-1C2E-45C4-A4AC-2B6AC5C6611C}">
      <dgm:prSet/>
      <dgm:spPr/>
      <dgm:t>
        <a:bodyPr/>
        <a:lstStyle/>
        <a:p>
          <a:endParaRPr kumimoji="1" lang="ja-JP" altLang="en-US"/>
        </a:p>
      </dgm:t>
    </dgm:pt>
    <dgm:pt modelId="{C8C4EB58-76F2-4616-9ADC-89B92B1B320B}" type="sibTrans" cxnId="{483CB681-1C2E-45C4-A4AC-2B6AC5C6611C}">
      <dgm:prSet/>
      <dgm:spPr/>
      <dgm:t>
        <a:bodyPr/>
        <a:lstStyle/>
        <a:p>
          <a:endParaRPr kumimoji="1" lang="ja-JP" altLang="en-US"/>
        </a:p>
      </dgm:t>
    </dgm:pt>
    <dgm:pt modelId="{C27239CB-3A46-44D8-9BCE-3A3B862FCDB9}" type="pres">
      <dgm:prSet presAssocID="{6510BEA2-86A7-427A-9355-C05AF56D33A9}" presName="linear" presStyleCnt="0">
        <dgm:presLayoutVars>
          <dgm:animLvl val="lvl"/>
          <dgm:resizeHandles val="exact"/>
        </dgm:presLayoutVars>
      </dgm:prSet>
      <dgm:spPr/>
    </dgm:pt>
    <dgm:pt modelId="{60EDC1F7-8BB1-4731-A694-4E4C10526100}" type="pres">
      <dgm:prSet presAssocID="{21261FF1-3D5D-4BFC-B8B3-FE21E267C002}" presName="parentText" presStyleLbl="node1" presStyleIdx="0" presStyleCnt="4">
        <dgm:presLayoutVars>
          <dgm:chMax val="0"/>
          <dgm:bulletEnabled val="1"/>
        </dgm:presLayoutVars>
      </dgm:prSet>
      <dgm:spPr/>
    </dgm:pt>
    <dgm:pt modelId="{D0426D0E-EFAB-427F-A578-3272A17A5FEB}" type="pres">
      <dgm:prSet presAssocID="{3EF6E3BA-0F7C-43CB-A320-BE44AD44881F}" presName="spacer" presStyleCnt="0"/>
      <dgm:spPr/>
    </dgm:pt>
    <dgm:pt modelId="{E4ACC868-A376-41F6-AB70-DBEFD66C81A3}" type="pres">
      <dgm:prSet presAssocID="{CE209DCC-1EDF-4E2C-923D-5F7E6246191E}" presName="parentText" presStyleLbl="node1" presStyleIdx="1" presStyleCnt="4" custScaleY="100000">
        <dgm:presLayoutVars>
          <dgm:chMax val="0"/>
          <dgm:bulletEnabled val="1"/>
        </dgm:presLayoutVars>
      </dgm:prSet>
      <dgm:spPr/>
    </dgm:pt>
    <dgm:pt modelId="{F711B99D-CAC9-4B0B-8BF2-358A7E634178}" type="pres">
      <dgm:prSet presAssocID="{046E7EF7-2A04-4633-927F-29BF1BB5DEEB}" presName="spacer" presStyleCnt="0"/>
      <dgm:spPr/>
    </dgm:pt>
    <dgm:pt modelId="{3B1553DE-6850-4188-81EB-C0331E9B1E6F}" type="pres">
      <dgm:prSet presAssocID="{4EFC976C-C37E-42A2-B018-3A1646C26289}" presName="parentText" presStyleLbl="node1" presStyleIdx="2" presStyleCnt="4" custScaleY="110000">
        <dgm:presLayoutVars>
          <dgm:chMax val="0"/>
          <dgm:bulletEnabled val="1"/>
        </dgm:presLayoutVars>
      </dgm:prSet>
      <dgm:spPr/>
    </dgm:pt>
    <dgm:pt modelId="{740E38B4-297F-47B2-8B97-CEA7ECC75E66}" type="pres">
      <dgm:prSet presAssocID="{2EAACD32-F481-4277-B2BB-6B5780BA748C}" presName="spacer" presStyleCnt="0"/>
      <dgm:spPr/>
    </dgm:pt>
    <dgm:pt modelId="{7743FF43-CBE3-4AF6-A548-3EDC56233DF7}" type="pres">
      <dgm:prSet presAssocID="{007C2402-5F5D-467A-BC58-09BCB563248C}" presName="parentText" presStyleLbl="node1" presStyleIdx="3" presStyleCnt="4">
        <dgm:presLayoutVars>
          <dgm:chMax val="0"/>
          <dgm:bulletEnabled val="1"/>
        </dgm:presLayoutVars>
      </dgm:prSet>
      <dgm:spPr/>
    </dgm:pt>
  </dgm:ptLst>
  <dgm:cxnLst>
    <dgm:cxn modelId="{61EEEB1D-3534-4B88-85F4-1252E103A22D}" type="presOf" srcId="{4EFC976C-C37E-42A2-B018-3A1646C26289}" destId="{3B1553DE-6850-4188-81EB-C0331E9B1E6F}" srcOrd="0" destOrd="0" presId="urn:microsoft.com/office/officeart/2005/8/layout/vList2"/>
    <dgm:cxn modelId="{F53C3825-B47F-4A48-B10A-1BAA051A4AC1}" type="presOf" srcId="{007C2402-5F5D-467A-BC58-09BCB563248C}" destId="{7743FF43-CBE3-4AF6-A548-3EDC56233DF7}" srcOrd="0" destOrd="0" presId="urn:microsoft.com/office/officeart/2005/8/layout/vList2"/>
    <dgm:cxn modelId="{BCA6582A-6A31-47A5-A9D8-CB89BFB6F8C6}" srcId="{6510BEA2-86A7-427A-9355-C05AF56D33A9}" destId="{4EFC976C-C37E-42A2-B018-3A1646C26289}" srcOrd="2" destOrd="0" parTransId="{D7F4A3A8-7903-4EFF-8430-F250E843CD90}" sibTransId="{2EAACD32-F481-4277-B2BB-6B5780BA748C}"/>
    <dgm:cxn modelId="{3573BE6D-D549-49B9-A151-449345FF5E6D}" srcId="{6510BEA2-86A7-427A-9355-C05AF56D33A9}" destId="{21261FF1-3D5D-4BFC-B8B3-FE21E267C002}" srcOrd="0" destOrd="0" parTransId="{E95E1761-73D3-4E1E-95E3-ED2D213EC2C4}" sibTransId="{3EF6E3BA-0F7C-43CB-A320-BE44AD44881F}"/>
    <dgm:cxn modelId="{9DDFDD73-7A19-46AD-BAB6-2BB392DAFEB0}" type="presOf" srcId="{6510BEA2-86A7-427A-9355-C05AF56D33A9}" destId="{C27239CB-3A46-44D8-9BCE-3A3B862FCDB9}" srcOrd="0" destOrd="0" presId="urn:microsoft.com/office/officeart/2005/8/layout/vList2"/>
    <dgm:cxn modelId="{75900676-C3EB-44E1-B4A0-399CE2FDDBE3}" srcId="{6510BEA2-86A7-427A-9355-C05AF56D33A9}" destId="{CE209DCC-1EDF-4E2C-923D-5F7E6246191E}" srcOrd="1" destOrd="0" parTransId="{74E02F89-E841-4DF5-A017-E52AC2E52CC5}" sibTransId="{046E7EF7-2A04-4633-927F-29BF1BB5DEEB}"/>
    <dgm:cxn modelId="{483CB681-1C2E-45C4-A4AC-2B6AC5C6611C}" srcId="{6510BEA2-86A7-427A-9355-C05AF56D33A9}" destId="{007C2402-5F5D-467A-BC58-09BCB563248C}" srcOrd="3" destOrd="0" parTransId="{53906C95-3477-4EA1-A908-9B4481A2F54E}" sibTransId="{C8C4EB58-76F2-4616-9ADC-89B92B1B320B}"/>
    <dgm:cxn modelId="{F96BBF9D-D251-4175-B3C0-CB827E015C71}" type="presOf" srcId="{CE209DCC-1EDF-4E2C-923D-5F7E6246191E}" destId="{E4ACC868-A376-41F6-AB70-DBEFD66C81A3}" srcOrd="0" destOrd="0" presId="urn:microsoft.com/office/officeart/2005/8/layout/vList2"/>
    <dgm:cxn modelId="{4FBBB0F0-10DF-41D7-9A5A-22C2B12E3C8E}" type="presOf" srcId="{21261FF1-3D5D-4BFC-B8B3-FE21E267C002}" destId="{60EDC1F7-8BB1-4731-A694-4E4C10526100}" srcOrd="0" destOrd="0" presId="urn:microsoft.com/office/officeart/2005/8/layout/vList2"/>
    <dgm:cxn modelId="{97B71B7D-F4AF-4094-A273-A3BDB63A09EE}" type="presParOf" srcId="{C27239CB-3A46-44D8-9BCE-3A3B862FCDB9}" destId="{60EDC1F7-8BB1-4731-A694-4E4C10526100}" srcOrd="0" destOrd="0" presId="urn:microsoft.com/office/officeart/2005/8/layout/vList2"/>
    <dgm:cxn modelId="{DD7CBBC1-6CE5-4D3F-99D0-840E533448CB}" type="presParOf" srcId="{C27239CB-3A46-44D8-9BCE-3A3B862FCDB9}" destId="{D0426D0E-EFAB-427F-A578-3272A17A5FEB}" srcOrd="1" destOrd="0" presId="urn:microsoft.com/office/officeart/2005/8/layout/vList2"/>
    <dgm:cxn modelId="{F9E30CE9-2FC3-4B64-9C68-011672F3F910}" type="presParOf" srcId="{C27239CB-3A46-44D8-9BCE-3A3B862FCDB9}" destId="{E4ACC868-A376-41F6-AB70-DBEFD66C81A3}" srcOrd="2" destOrd="0" presId="urn:microsoft.com/office/officeart/2005/8/layout/vList2"/>
    <dgm:cxn modelId="{F9EABE65-8A22-4015-811B-79664BEB0CBC}" type="presParOf" srcId="{C27239CB-3A46-44D8-9BCE-3A3B862FCDB9}" destId="{F711B99D-CAC9-4B0B-8BF2-358A7E634178}" srcOrd="3" destOrd="0" presId="urn:microsoft.com/office/officeart/2005/8/layout/vList2"/>
    <dgm:cxn modelId="{F02AD304-F683-44D2-8B2D-0E4FBB1441A6}" type="presParOf" srcId="{C27239CB-3A46-44D8-9BCE-3A3B862FCDB9}" destId="{3B1553DE-6850-4188-81EB-C0331E9B1E6F}" srcOrd="4" destOrd="0" presId="urn:microsoft.com/office/officeart/2005/8/layout/vList2"/>
    <dgm:cxn modelId="{D93C8815-B340-417E-B3EB-1064037F04EA}" type="presParOf" srcId="{C27239CB-3A46-44D8-9BCE-3A3B862FCDB9}" destId="{740E38B4-297F-47B2-8B97-CEA7ECC75E66}" srcOrd="5" destOrd="0" presId="urn:microsoft.com/office/officeart/2005/8/layout/vList2"/>
    <dgm:cxn modelId="{75CEAB24-2A87-448A-B7F1-2AB84B31B25D}" type="presParOf" srcId="{C27239CB-3A46-44D8-9BCE-3A3B862FCDB9}" destId="{7743FF43-CBE3-4AF6-A548-3EDC56233DF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36C4D4-2E8D-4F2B-8CB3-935EA8E8D9EE}" type="doc">
      <dgm:prSet loTypeId="urn:microsoft.com/office/officeart/2008/layout/VerticalCurvedList" loCatId="list" qsTypeId="urn:microsoft.com/office/officeart/2005/8/quickstyle/simple1" qsCatId="simple" csTypeId="urn:microsoft.com/office/officeart/2005/8/colors/accent2_2" csCatId="accent2" phldr="1"/>
      <dgm:spPr/>
      <dgm:t>
        <a:bodyPr/>
        <a:lstStyle/>
        <a:p>
          <a:endParaRPr lang="en-US"/>
        </a:p>
      </dgm:t>
    </dgm:pt>
    <dgm:pt modelId="{84550691-03AC-48CA-84D9-E6064EA6CCDE}">
      <dgm:prSet/>
      <dgm:spPr/>
      <dgm:t>
        <a:bodyPr/>
        <a:lstStyle/>
        <a:p>
          <a:r>
            <a:rPr lang="en-US" dirty="0"/>
            <a:t>LINE</a:t>
          </a:r>
          <a:r>
            <a:rPr lang="ja-JP"/>
            <a:t>で就寝時間・起床時間・通学路線・音楽を設定可能</a:t>
          </a:r>
          <a:r>
            <a:rPr lang="ja-JP" altLang="en-US"/>
            <a:t>なこと</a:t>
          </a:r>
          <a:endParaRPr lang="en-US" dirty="0"/>
        </a:p>
      </dgm:t>
    </dgm:pt>
    <dgm:pt modelId="{DC725087-8F32-4856-BC89-C2A97C5D9C44}" type="parTrans" cxnId="{FD10D3B2-01F1-4B8B-A7A8-77709A0DABE2}">
      <dgm:prSet/>
      <dgm:spPr/>
      <dgm:t>
        <a:bodyPr/>
        <a:lstStyle/>
        <a:p>
          <a:endParaRPr lang="en-US"/>
        </a:p>
      </dgm:t>
    </dgm:pt>
    <dgm:pt modelId="{FB92D2C4-4E75-46C0-AC5B-AC7FDA17D23F}" type="sibTrans" cxnId="{FD10D3B2-01F1-4B8B-A7A8-77709A0DABE2}">
      <dgm:prSet/>
      <dgm:spPr/>
      <dgm:t>
        <a:bodyPr/>
        <a:lstStyle/>
        <a:p>
          <a:endParaRPr lang="en-US"/>
        </a:p>
      </dgm:t>
    </dgm:pt>
    <dgm:pt modelId="{F46C7BF6-1FCF-4B97-85B9-2EBC5BB4A57B}">
      <dgm:prSet/>
      <dgm:spPr/>
      <dgm:t>
        <a:bodyPr/>
        <a:lstStyle/>
        <a:p>
          <a:r>
            <a:rPr lang="ja-JP"/>
            <a:t>曜日ごとのスケジュール設定に対応</a:t>
          </a:r>
          <a:r>
            <a:rPr lang="ja-JP" altLang="en-US"/>
            <a:t>すること</a:t>
          </a:r>
          <a:endParaRPr lang="en-US" dirty="0"/>
        </a:p>
      </dgm:t>
    </dgm:pt>
    <dgm:pt modelId="{B864A8E3-A8E2-4BCB-B9FB-1B67E2394DE1}" type="parTrans" cxnId="{E8920230-4D24-493B-968E-45AD7FD8956D}">
      <dgm:prSet/>
      <dgm:spPr/>
      <dgm:t>
        <a:bodyPr/>
        <a:lstStyle/>
        <a:p>
          <a:endParaRPr lang="en-US"/>
        </a:p>
      </dgm:t>
    </dgm:pt>
    <dgm:pt modelId="{A8A54EB3-01B1-4C49-B134-72A7BB2E785A}" type="sibTrans" cxnId="{E8920230-4D24-493B-968E-45AD7FD8956D}">
      <dgm:prSet/>
      <dgm:spPr/>
      <dgm:t>
        <a:bodyPr/>
        <a:lstStyle/>
        <a:p>
          <a:endParaRPr lang="en-US"/>
        </a:p>
      </dgm:t>
    </dgm:pt>
    <dgm:pt modelId="{B19277BB-0C6F-4BAA-94D8-69EDA30AA08C}">
      <dgm:prSet/>
      <dgm:spPr/>
      <dgm:t>
        <a:bodyPr/>
        <a:lstStyle/>
        <a:p>
          <a:r>
            <a:rPr lang="ja-JP"/>
            <a:t>就寝・起床に応じた家電の自動制御</a:t>
          </a:r>
          <a:r>
            <a:rPr lang="ja-JP" altLang="en-US"/>
            <a:t>ができること</a:t>
          </a:r>
          <a:endParaRPr lang="en-US" dirty="0"/>
        </a:p>
      </dgm:t>
    </dgm:pt>
    <dgm:pt modelId="{9BE9816C-429F-4E09-BCFB-02CB7E5B497D}" type="parTrans" cxnId="{BCFB82F2-A6FB-415C-B93F-84EE9F1138DE}">
      <dgm:prSet/>
      <dgm:spPr/>
      <dgm:t>
        <a:bodyPr/>
        <a:lstStyle/>
        <a:p>
          <a:endParaRPr lang="en-US"/>
        </a:p>
      </dgm:t>
    </dgm:pt>
    <dgm:pt modelId="{CCEA1056-A8F3-4824-BB25-1D5EEC22230B}" type="sibTrans" cxnId="{BCFB82F2-A6FB-415C-B93F-84EE9F1138DE}">
      <dgm:prSet/>
      <dgm:spPr/>
      <dgm:t>
        <a:bodyPr/>
        <a:lstStyle/>
        <a:p>
          <a:endParaRPr lang="en-US"/>
        </a:p>
      </dgm:t>
    </dgm:pt>
    <dgm:pt modelId="{E99BDDE5-B7F9-4320-BEDB-1378420B33C6}">
      <dgm:prSet/>
      <dgm:spPr/>
      <dgm:t>
        <a:bodyPr/>
        <a:lstStyle/>
        <a:p>
          <a:r>
            <a:rPr lang="ja-JP"/>
            <a:t>路線の遅延情報を取得しアラームを調整</a:t>
          </a:r>
          <a:r>
            <a:rPr lang="ja-JP" altLang="en-US"/>
            <a:t>できること</a:t>
          </a:r>
          <a:endParaRPr lang="en-US" dirty="0"/>
        </a:p>
      </dgm:t>
    </dgm:pt>
    <dgm:pt modelId="{5B1E9DD7-C386-4984-AB1E-0CE9B57F3EE8}" type="parTrans" cxnId="{6CF7B0B0-6E1E-4DAC-90B3-E7D22383C650}">
      <dgm:prSet/>
      <dgm:spPr/>
      <dgm:t>
        <a:bodyPr/>
        <a:lstStyle/>
        <a:p>
          <a:endParaRPr lang="en-US"/>
        </a:p>
      </dgm:t>
    </dgm:pt>
    <dgm:pt modelId="{D961AA08-A689-48C7-87BD-846ABA560B9A}" type="sibTrans" cxnId="{6CF7B0B0-6E1E-4DAC-90B3-E7D22383C650}">
      <dgm:prSet/>
      <dgm:spPr/>
      <dgm:t>
        <a:bodyPr/>
        <a:lstStyle/>
        <a:p>
          <a:endParaRPr lang="en-US"/>
        </a:p>
      </dgm:t>
    </dgm:pt>
    <dgm:pt modelId="{BDCCD1D2-1AC1-4C21-AD22-C1AE0C5B3947}">
      <dgm:prSet/>
      <dgm:spPr/>
      <dgm:t>
        <a:bodyPr/>
        <a:lstStyle/>
        <a:p>
          <a:r>
            <a:rPr lang="ja-JP"/>
            <a:t>設定内容はスプレッドシートで管理</a:t>
          </a:r>
          <a:r>
            <a:rPr lang="ja-JP" altLang="en-US"/>
            <a:t>できること</a:t>
          </a:r>
          <a:endParaRPr lang="en-US" dirty="0"/>
        </a:p>
      </dgm:t>
    </dgm:pt>
    <dgm:pt modelId="{DC7FB3C9-53C0-4A5B-BE4A-8478F5CA607A}" type="parTrans" cxnId="{5E062F2A-5345-495F-BCAE-BC4DB557AE4F}">
      <dgm:prSet/>
      <dgm:spPr/>
      <dgm:t>
        <a:bodyPr/>
        <a:lstStyle/>
        <a:p>
          <a:endParaRPr lang="en-US"/>
        </a:p>
      </dgm:t>
    </dgm:pt>
    <dgm:pt modelId="{BA5CA4E6-AFAA-4622-826F-63ACAD47F67C}" type="sibTrans" cxnId="{5E062F2A-5345-495F-BCAE-BC4DB557AE4F}">
      <dgm:prSet/>
      <dgm:spPr/>
      <dgm:t>
        <a:bodyPr/>
        <a:lstStyle/>
        <a:p>
          <a:endParaRPr lang="en-US"/>
        </a:p>
      </dgm:t>
    </dgm:pt>
    <dgm:pt modelId="{B66AC815-BF3F-4767-B631-10FD04C6C8A3}" type="pres">
      <dgm:prSet presAssocID="{B136C4D4-2E8D-4F2B-8CB3-935EA8E8D9EE}" presName="Name0" presStyleCnt="0">
        <dgm:presLayoutVars>
          <dgm:chMax val="7"/>
          <dgm:chPref val="7"/>
          <dgm:dir/>
        </dgm:presLayoutVars>
      </dgm:prSet>
      <dgm:spPr/>
    </dgm:pt>
    <dgm:pt modelId="{FAD05EF6-A71C-402F-BF34-7E4C628244FD}" type="pres">
      <dgm:prSet presAssocID="{B136C4D4-2E8D-4F2B-8CB3-935EA8E8D9EE}" presName="Name1" presStyleCnt="0"/>
      <dgm:spPr/>
    </dgm:pt>
    <dgm:pt modelId="{EB0328B9-77C4-42D3-B00E-55DAB42A7D2B}" type="pres">
      <dgm:prSet presAssocID="{B136C4D4-2E8D-4F2B-8CB3-935EA8E8D9EE}" presName="cycle" presStyleCnt="0"/>
      <dgm:spPr/>
    </dgm:pt>
    <dgm:pt modelId="{3D3B5E8A-BBD2-4836-9323-18D8F0CD0AA4}" type="pres">
      <dgm:prSet presAssocID="{B136C4D4-2E8D-4F2B-8CB3-935EA8E8D9EE}" presName="srcNode" presStyleLbl="node1" presStyleIdx="0" presStyleCnt="5"/>
      <dgm:spPr/>
    </dgm:pt>
    <dgm:pt modelId="{7BD02138-A9D1-4474-99D2-6613E3A82906}" type="pres">
      <dgm:prSet presAssocID="{B136C4D4-2E8D-4F2B-8CB3-935EA8E8D9EE}" presName="conn" presStyleLbl="parChTrans1D2" presStyleIdx="0" presStyleCnt="1"/>
      <dgm:spPr/>
    </dgm:pt>
    <dgm:pt modelId="{B24C76AF-7D02-407C-8F97-2BFF88CAB15E}" type="pres">
      <dgm:prSet presAssocID="{B136C4D4-2E8D-4F2B-8CB3-935EA8E8D9EE}" presName="extraNode" presStyleLbl="node1" presStyleIdx="0" presStyleCnt="5"/>
      <dgm:spPr/>
    </dgm:pt>
    <dgm:pt modelId="{9C12E601-A893-490D-A2E3-8D9FBE8FB122}" type="pres">
      <dgm:prSet presAssocID="{B136C4D4-2E8D-4F2B-8CB3-935EA8E8D9EE}" presName="dstNode" presStyleLbl="node1" presStyleIdx="0" presStyleCnt="5"/>
      <dgm:spPr/>
    </dgm:pt>
    <dgm:pt modelId="{D1531C3B-C362-4039-8233-0FCFAED356C8}" type="pres">
      <dgm:prSet presAssocID="{84550691-03AC-48CA-84D9-E6064EA6CCDE}" presName="text_1" presStyleLbl="node1" presStyleIdx="0" presStyleCnt="5">
        <dgm:presLayoutVars>
          <dgm:bulletEnabled val="1"/>
        </dgm:presLayoutVars>
      </dgm:prSet>
      <dgm:spPr/>
    </dgm:pt>
    <dgm:pt modelId="{1EA15C89-2BFD-4C72-A04A-48FBB3E37E2B}" type="pres">
      <dgm:prSet presAssocID="{84550691-03AC-48CA-84D9-E6064EA6CCDE}" presName="accent_1" presStyleCnt="0"/>
      <dgm:spPr/>
    </dgm:pt>
    <dgm:pt modelId="{D4E045EA-C9D8-4FDE-8D8E-CEC07D05C219}" type="pres">
      <dgm:prSet presAssocID="{84550691-03AC-48CA-84D9-E6064EA6CCDE}" presName="accentRepeatNode" presStyleLbl="solidFgAcc1" presStyleIdx="0" presStyleCnt="5"/>
      <dgm:spPr/>
    </dgm:pt>
    <dgm:pt modelId="{D8934808-554A-4CC9-8C32-5E4A798EB4FE}" type="pres">
      <dgm:prSet presAssocID="{F46C7BF6-1FCF-4B97-85B9-2EBC5BB4A57B}" presName="text_2" presStyleLbl="node1" presStyleIdx="1" presStyleCnt="5" custLinFactNeighborX="-208">
        <dgm:presLayoutVars>
          <dgm:bulletEnabled val="1"/>
        </dgm:presLayoutVars>
      </dgm:prSet>
      <dgm:spPr/>
    </dgm:pt>
    <dgm:pt modelId="{C57ECC5C-EA2E-44F8-95B1-4EFDE207DBD9}" type="pres">
      <dgm:prSet presAssocID="{F46C7BF6-1FCF-4B97-85B9-2EBC5BB4A57B}" presName="accent_2" presStyleCnt="0"/>
      <dgm:spPr/>
    </dgm:pt>
    <dgm:pt modelId="{E4F78858-4E48-442C-80FA-410F5CEA9C7E}" type="pres">
      <dgm:prSet presAssocID="{F46C7BF6-1FCF-4B97-85B9-2EBC5BB4A57B}" presName="accentRepeatNode" presStyleLbl="solidFgAcc1" presStyleIdx="1" presStyleCnt="5"/>
      <dgm:spPr/>
    </dgm:pt>
    <dgm:pt modelId="{35D8631E-D6C9-4B26-83E7-2D84D8EFCA3F}" type="pres">
      <dgm:prSet presAssocID="{B19277BB-0C6F-4BAA-94D8-69EDA30AA08C}" presName="text_3" presStyleLbl="node1" presStyleIdx="2" presStyleCnt="5">
        <dgm:presLayoutVars>
          <dgm:bulletEnabled val="1"/>
        </dgm:presLayoutVars>
      </dgm:prSet>
      <dgm:spPr/>
    </dgm:pt>
    <dgm:pt modelId="{E0DADC52-3C39-4D2A-851E-C2AC0642BE7A}" type="pres">
      <dgm:prSet presAssocID="{B19277BB-0C6F-4BAA-94D8-69EDA30AA08C}" presName="accent_3" presStyleCnt="0"/>
      <dgm:spPr/>
    </dgm:pt>
    <dgm:pt modelId="{7D3F4E98-26B8-4AF4-8C14-C08EDC69D45F}" type="pres">
      <dgm:prSet presAssocID="{B19277BB-0C6F-4BAA-94D8-69EDA30AA08C}" presName="accentRepeatNode" presStyleLbl="solidFgAcc1" presStyleIdx="2" presStyleCnt="5"/>
      <dgm:spPr/>
    </dgm:pt>
    <dgm:pt modelId="{57573EF9-8B1E-4BC6-A0DA-18FC8F0A69EE}" type="pres">
      <dgm:prSet presAssocID="{E99BDDE5-B7F9-4320-BEDB-1378420B33C6}" presName="text_4" presStyleLbl="node1" presStyleIdx="3" presStyleCnt="5">
        <dgm:presLayoutVars>
          <dgm:bulletEnabled val="1"/>
        </dgm:presLayoutVars>
      </dgm:prSet>
      <dgm:spPr/>
    </dgm:pt>
    <dgm:pt modelId="{EE9AB964-BC8F-4719-BFDC-F0D4C65CEE01}" type="pres">
      <dgm:prSet presAssocID="{E99BDDE5-B7F9-4320-BEDB-1378420B33C6}" presName="accent_4" presStyleCnt="0"/>
      <dgm:spPr/>
    </dgm:pt>
    <dgm:pt modelId="{8A8659BD-030B-468A-8F0E-50C9168A1F93}" type="pres">
      <dgm:prSet presAssocID="{E99BDDE5-B7F9-4320-BEDB-1378420B33C6}" presName="accentRepeatNode" presStyleLbl="solidFgAcc1" presStyleIdx="3" presStyleCnt="5"/>
      <dgm:spPr/>
    </dgm:pt>
    <dgm:pt modelId="{79D8AE51-899C-4EB1-AF71-57A95265DFE4}" type="pres">
      <dgm:prSet presAssocID="{BDCCD1D2-1AC1-4C21-AD22-C1AE0C5B3947}" presName="text_5" presStyleLbl="node1" presStyleIdx="4" presStyleCnt="5">
        <dgm:presLayoutVars>
          <dgm:bulletEnabled val="1"/>
        </dgm:presLayoutVars>
      </dgm:prSet>
      <dgm:spPr/>
    </dgm:pt>
    <dgm:pt modelId="{C7C774A3-32CC-49E7-96E8-96224BFE8FE5}" type="pres">
      <dgm:prSet presAssocID="{BDCCD1D2-1AC1-4C21-AD22-C1AE0C5B3947}" presName="accent_5" presStyleCnt="0"/>
      <dgm:spPr/>
    </dgm:pt>
    <dgm:pt modelId="{0D2471B2-C8F4-4EFD-A862-D06DB7AF50CA}" type="pres">
      <dgm:prSet presAssocID="{BDCCD1D2-1AC1-4C21-AD22-C1AE0C5B3947}" presName="accentRepeatNode" presStyleLbl="solidFgAcc1" presStyleIdx="4" presStyleCnt="5"/>
      <dgm:spPr/>
    </dgm:pt>
  </dgm:ptLst>
  <dgm:cxnLst>
    <dgm:cxn modelId="{F923AC03-A3EE-439C-8312-6DC54982E385}" type="presOf" srcId="{B136C4D4-2E8D-4F2B-8CB3-935EA8E8D9EE}" destId="{B66AC815-BF3F-4767-B631-10FD04C6C8A3}" srcOrd="0" destOrd="0" presId="urn:microsoft.com/office/officeart/2008/layout/VerticalCurvedList"/>
    <dgm:cxn modelId="{5E062F2A-5345-495F-BCAE-BC4DB557AE4F}" srcId="{B136C4D4-2E8D-4F2B-8CB3-935EA8E8D9EE}" destId="{BDCCD1D2-1AC1-4C21-AD22-C1AE0C5B3947}" srcOrd="4" destOrd="0" parTransId="{DC7FB3C9-53C0-4A5B-BE4A-8478F5CA607A}" sibTransId="{BA5CA4E6-AFAA-4622-826F-63ACAD47F67C}"/>
    <dgm:cxn modelId="{E8920230-4D24-493B-968E-45AD7FD8956D}" srcId="{B136C4D4-2E8D-4F2B-8CB3-935EA8E8D9EE}" destId="{F46C7BF6-1FCF-4B97-85B9-2EBC5BB4A57B}" srcOrd="1" destOrd="0" parTransId="{B864A8E3-A8E2-4BCB-B9FB-1B67E2394DE1}" sibTransId="{A8A54EB3-01B1-4C49-B134-72A7BB2E785A}"/>
    <dgm:cxn modelId="{F04F2233-3178-41F1-9BD6-7105A8DEE6D6}" type="presOf" srcId="{84550691-03AC-48CA-84D9-E6064EA6CCDE}" destId="{D1531C3B-C362-4039-8233-0FCFAED356C8}" srcOrd="0" destOrd="0" presId="urn:microsoft.com/office/officeart/2008/layout/VerticalCurvedList"/>
    <dgm:cxn modelId="{F48FA356-1F1F-4F47-B49B-1C494F2B3EC7}" type="presOf" srcId="{B19277BB-0C6F-4BAA-94D8-69EDA30AA08C}" destId="{35D8631E-D6C9-4B26-83E7-2D84D8EFCA3F}" srcOrd="0" destOrd="0" presId="urn:microsoft.com/office/officeart/2008/layout/VerticalCurvedList"/>
    <dgm:cxn modelId="{7A498173-738C-479E-AC92-F4E7F7F9016E}" type="presOf" srcId="{FB92D2C4-4E75-46C0-AC5B-AC7FDA17D23F}" destId="{7BD02138-A9D1-4474-99D2-6613E3A82906}" srcOrd="0" destOrd="0" presId="urn:microsoft.com/office/officeart/2008/layout/VerticalCurvedList"/>
    <dgm:cxn modelId="{6CF7B0B0-6E1E-4DAC-90B3-E7D22383C650}" srcId="{B136C4D4-2E8D-4F2B-8CB3-935EA8E8D9EE}" destId="{E99BDDE5-B7F9-4320-BEDB-1378420B33C6}" srcOrd="3" destOrd="0" parTransId="{5B1E9DD7-C386-4984-AB1E-0CE9B57F3EE8}" sibTransId="{D961AA08-A689-48C7-87BD-846ABA560B9A}"/>
    <dgm:cxn modelId="{FD10D3B2-01F1-4B8B-A7A8-77709A0DABE2}" srcId="{B136C4D4-2E8D-4F2B-8CB3-935EA8E8D9EE}" destId="{84550691-03AC-48CA-84D9-E6064EA6CCDE}" srcOrd="0" destOrd="0" parTransId="{DC725087-8F32-4856-BC89-C2A97C5D9C44}" sibTransId="{FB92D2C4-4E75-46C0-AC5B-AC7FDA17D23F}"/>
    <dgm:cxn modelId="{4A82D1C9-A010-4558-BD4B-729B529521F9}" type="presOf" srcId="{E99BDDE5-B7F9-4320-BEDB-1378420B33C6}" destId="{57573EF9-8B1E-4BC6-A0DA-18FC8F0A69EE}" srcOrd="0" destOrd="0" presId="urn:microsoft.com/office/officeart/2008/layout/VerticalCurvedList"/>
    <dgm:cxn modelId="{C3D72ED6-B5CC-4551-B91A-01AC44096C62}" type="presOf" srcId="{BDCCD1D2-1AC1-4C21-AD22-C1AE0C5B3947}" destId="{79D8AE51-899C-4EB1-AF71-57A95265DFE4}" srcOrd="0" destOrd="0" presId="urn:microsoft.com/office/officeart/2008/layout/VerticalCurvedList"/>
    <dgm:cxn modelId="{673C44E9-C80D-44C1-A376-AE67F6FAD959}" type="presOf" srcId="{F46C7BF6-1FCF-4B97-85B9-2EBC5BB4A57B}" destId="{D8934808-554A-4CC9-8C32-5E4A798EB4FE}" srcOrd="0" destOrd="0" presId="urn:microsoft.com/office/officeart/2008/layout/VerticalCurvedList"/>
    <dgm:cxn modelId="{BCFB82F2-A6FB-415C-B93F-84EE9F1138DE}" srcId="{B136C4D4-2E8D-4F2B-8CB3-935EA8E8D9EE}" destId="{B19277BB-0C6F-4BAA-94D8-69EDA30AA08C}" srcOrd="2" destOrd="0" parTransId="{9BE9816C-429F-4E09-BCFB-02CB7E5B497D}" sibTransId="{CCEA1056-A8F3-4824-BB25-1D5EEC22230B}"/>
    <dgm:cxn modelId="{A6443BF7-B462-47A5-9D18-0586476F8775}" type="presParOf" srcId="{B66AC815-BF3F-4767-B631-10FD04C6C8A3}" destId="{FAD05EF6-A71C-402F-BF34-7E4C628244FD}" srcOrd="0" destOrd="0" presId="urn:microsoft.com/office/officeart/2008/layout/VerticalCurvedList"/>
    <dgm:cxn modelId="{09FBE9F2-D2EF-43CB-9855-A5376D66F557}" type="presParOf" srcId="{FAD05EF6-A71C-402F-BF34-7E4C628244FD}" destId="{EB0328B9-77C4-42D3-B00E-55DAB42A7D2B}" srcOrd="0" destOrd="0" presId="urn:microsoft.com/office/officeart/2008/layout/VerticalCurvedList"/>
    <dgm:cxn modelId="{B44A3D9E-D293-45C3-9AD1-73B76148B8A3}" type="presParOf" srcId="{EB0328B9-77C4-42D3-B00E-55DAB42A7D2B}" destId="{3D3B5E8A-BBD2-4836-9323-18D8F0CD0AA4}" srcOrd="0" destOrd="0" presId="urn:microsoft.com/office/officeart/2008/layout/VerticalCurvedList"/>
    <dgm:cxn modelId="{13B5AFCE-726E-42DB-A656-867385418098}" type="presParOf" srcId="{EB0328B9-77C4-42D3-B00E-55DAB42A7D2B}" destId="{7BD02138-A9D1-4474-99D2-6613E3A82906}" srcOrd="1" destOrd="0" presId="urn:microsoft.com/office/officeart/2008/layout/VerticalCurvedList"/>
    <dgm:cxn modelId="{ED9D4CF5-6D28-48B0-8CAE-A4B190B6AD76}" type="presParOf" srcId="{EB0328B9-77C4-42D3-B00E-55DAB42A7D2B}" destId="{B24C76AF-7D02-407C-8F97-2BFF88CAB15E}" srcOrd="2" destOrd="0" presId="urn:microsoft.com/office/officeart/2008/layout/VerticalCurvedList"/>
    <dgm:cxn modelId="{561B6BE7-DBE9-4E0E-9F50-019D47877514}" type="presParOf" srcId="{EB0328B9-77C4-42D3-B00E-55DAB42A7D2B}" destId="{9C12E601-A893-490D-A2E3-8D9FBE8FB122}" srcOrd="3" destOrd="0" presId="urn:microsoft.com/office/officeart/2008/layout/VerticalCurvedList"/>
    <dgm:cxn modelId="{CB296841-E89F-43E0-BCBF-DD9FC96F338E}" type="presParOf" srcId="{FAD05EF6-A71C-402F-BF34-7E4C628244FD}" destId="{D1531C3B-C362-4039-8233-0FCFAED356C8}" srcOrd="1" destOrd="0" presId="urn:microsoft.com/office/officeart/2008/layout/VerticalCurvedList"/>
    <dgm:cxn modelId="{140DA9EA-DE73-4F17-9553-11CE9CEE832E}" type="presParOf" srcId="{FAD05EF6-A71C-402F-BF34-7E4C628244FD}" destId="{1EA15C89-2BFD-4C72-A04A-48FBB3E37E2B}" srcOrd="2" destOrd="0" presId="urn:microsoft.com/office/officeart/2008/layout/VerticalCurvedList"/>
    <dgm:cxn modelId="{A0759BC0-9808-4853-9CEC-96F81345ACA8}" type="presParOf" srcId="{1EA15C89-2BFD-4C72-A04A-48FBB3E37E2B}" destId="{D4E045EA-C9D8-4FDE-8D8E-CEC07D05C219}" srcOrd="0" destOrd="0" presId="urn:microsoft.com/office/officeart/2008/layout/VerticalCurvedList"/>
    <dgm:cxn modelId="{32DA9E00-6B5E-4149-B946-D8089D92CA6C}" type="presParOf" srcId="{FAD05EF6-A71C-402F-BF34-7E4C628244FD}" destId="{D8934808-554A-4CC9-8C32-5E4A798EB4FE}" srcOrd="3" destOrd="0" presId="urn:microsoft.com/office/officeart/2008/layout/VerticalCurvedList"/>
    <dgm:cxn modelId="{BC352448-20DE-4C94-8592-0F107A7A6A90}" type="presParOf" srcId="{FAD05EF6-A71C-402F-BF34-7E4C628244FD}" destId="{C57ECC5C-EA2E-44F8-95B1-4EFDE207DBD9}" srcOrd="4" destOrd="0" presId="urn:microsoft.com/office/officeart/2008/layout/VerticalCurvedList"/>
    <dgm:cxn modelId="{A42E6129-DE6B-4814-98FD-B3D42E3F00FE}" type="presParOf" srcId="{C57ECC5C-EA2E-44F8-95B1-4EFDE207DBD9}" destId="{E4F78858-4E48-442C-80FA-410F5CEA9C7E}" srcOrd="0" destOrd="0" presId="urn:microsoft.com/office/officeart/2008/layout/VerticalCurvedList"/>
    <dgm:cxn modelId="{AC63E081-F060-4D29-93BD-FC2437505B4F}" type="presParOf" srcId="{FAD05EF6-A71C-402F-BF34-7E4C628244FD}" destId="{35D8631E-D6C9-4B26-83E7-2D84D8EFCA3F}" srcOrd="5" destOrd="0" presId="urn:microsoft.com/office/officeart/2008/layout/VerticalCurvedList"/>
    <dgm:cxn modelId="{8AD8C280-D2F0-4C74-8775-E6BC6C4D867E}" type="presParOf" srcId="{FAD05EF6-A71C-402F-BF34-7E4C628244FD}" destId="{E0DADC52-3C39-4D2A-851E-C2AC0642BE7A}" srcOrd="6" destOrd="0" presId="urn:microsoft.com/office/officeart/2008/layout/VerticalCurvedList"/>
    <dgm:cxn modelId="{37A5F413-DA1D-46A5-B1A7-4CFD7135FEDD}" type="presParOf" srcId="{E0DADC52-3C39-4D2A-851E-C2AC0642BE7A}" destId="{7D3F4E98-26B8-4AF4-8C14-C08EDC69D45F}" srcOrd="0" destOrd="0" presId="urn:microsoft.com/office/officeart/2008/layout/VerticalCurvedList"/>
    <dgm:cxn modelId="{AAEAF69F-EB44-4B08-B8A6-9699B9205055}" type="presParOf" srcId="{FAD05EF6-A71C-402F-BF34-7E4C628244FD}" destId="{57573EF9-8B1E-4BC6-A0DA-18FC8F0A69EE}" srcOrd="7" destOrd="0" presId="urn:microsoft.com/office/officeart/2008/layout/VerticalCurvedList"/>
    <dgm:cxn modelId="{34866B0F-806F-4814-AEB2-D8FE48029980}" type="presParOf" srcId="{FAD05EF6-A71C-402F-BF34-7E4C628244FD}" destId="{EE9AB964-BC8F-4719-BFDC-F0D4C65CEE01}" srcOrd="8" destOrd="0" presId="urn:microsoft.com/office/officeart/2008/layout/VerticalCurvedList"/>
    <dgm:cxn modelId="{7ACAE223-9D86-43C0-8285-D3F0335F0362}" type="presParOf" srcId="{EE9AB964-BC8F-4719-BFDC-F0D4C65CEE01}" destId="{8A8659BD-030B-468A-8F0E-50C9168A1F93}" srcOrd="0" destOrd="0" presId="urn:microsoft.com/office/officeart/2008/layout/VerticalCurvedList"/>
    <dgm:cxn modelId="{9C491B3A-4B46-4456-8028-D1603A71ECE4}" type="presParOf" srcId="{FAD05EF6-A71C-402F-BF34-7E4C628244FD}" destId="{79D8AE51-899C-4EB1-AF71-57A95265DFE4}" srcOrd="9" destOrd="0" presId="urn:microsoft.com/office/officeart/2008/layout/VerticalCurvedList"/>
    <dgm:cxn modelId="{7C047B6D-625D-4991-B9FF-5F37CFB48BAE}" type="presParOf" srcId="{FAD05EF6-A71C-402F-BF34-7E4C628244FD}" destId="{C7C774A3-32CC-49E7-96E8-96224BFE8FE5}" srcOrd="10" destOrd="0" presId="urn:microsoft.com/office/officeart/2008/layout/VerticalCurvedList"/>
    <dgm:cxn modelId="{EECFD1EA-E256-4670-9320-B8CC33578D57}" type="presParOf" srcId="{C7C774A3-32CC-49E7-96E8-96224BFE8FE5}" destId="{0D2471B2-C8F4-4EFD-A862-D06DB7AF50C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9F433BA-609C-49F0-A754-8F0198700A08}"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B98E6F92-74FA-4014-8693-556D33B0ACA4}">
      <dgm:prSet phldrT="[Text]" phldr="0"/>
      <dgm:spPr/>
      <dgm:t>
        <a:bodyPr/>
        <a:lstStyle/>
        <a:p>
          <a:pPr rtl="0"/>
          <a:r>
            <a:rPr lang="ja-JP" altLang="en-US">
              <a:latin typeface="Avenir Next LT Pro"/>
            </a:rPr>
            <a:t>リーダー　釣井</a:t>
          </a:r>
          <a:endParaRPr lang="en-US" altLang="ja-JP" dirty="0">
            <a:latin typeface="Avenir Next LT Pro"/>
          </a:endParaRPr>
        </a:p>
      </dgm:t>
    </dgm:pt>
    <dgm:pt modelId="{7928BA5A-0356-40C3-A8C5-6E153FDF49A5}" type="parTrans" cxnId="{276AB2AE-699D-40C6-BF2B-0C5CFEF14FA6}">
      <dgm:prSet/>
      <dgm:spPr/>
      <dgm:t>
        <a:bodyPr/>
        <a:lstStyle/>
        <a:p>
          <a:endParaRPr lang="en-US"/>
        </a:p>
      </dgm:t>
    </dgm:pt>
    <dgm:pt modelId="{56C0649A-1B41-40FE-998A-F5DC47381707}" type="sibTrans" cxnId="{276AB2AE-699D-40C6-BF2B-0C5CFEF14FA6}">
      <dgm:prSet/>
      <dgm:spPr/>
      <dgm:t>
        <a:bodyPr/>
        <a:lstStyle/>
        <a:p>
          <a:endParaRPr lang="en-US"/>
        </a:p>
      </dgm:t>
    </dgm:pt>
    <dgm:pt modelId="{31C0E483-43FB-4976-810F-36135509BC56}">
      <dgm:prSet phldrT="[Text]" phldr="0"/>
      <dgm:spPr/>
      <dgm:t>
        <a:bodyPr/>
        <a:lstStyle/>
        <a:p>
          <a:r>
            <a:rPr lang="en-US" altLang="ja-JP" err="1">
              <a:latin typeface="Avenir Next LT Pro"/>
            </a:rPr>
            <a:t>松下</a:t>
          </a:r>
          <a:endParaRPr lang="en-US" altLang="ja-JP" err="1"/>
        </a:p>
      </dgm:t>
    </dgm:pt>
    <dgm:pt modelId="{363495BA-980A-46D8-B099-78EAD3A39CC5}" type="parTrans" cxnId="{47361A8F-6EC9-4488-A8D4-0851BD624807}">
      <dgm:prSet/>
      <dgm:spPr/>
      <dgm:t>
        <a:bodyPr/>
        <a:lstStyle/>
        <a:p>
          <a:endParaRPr lang="en-US"/>
        </a:p>
      </dgm:t>
    </dgm:pt>
    <dgm:pt modelId="{05E5D09E-7248-46DD-8480-73D5B6C2DD36}" type="sibTrans" cxnId="{47361A8F-6EC9-4488-A8D4-0851BD624807}">
      <dgm:prSet/>
      <dgm:spPr/>
      <dgm:t>
        <a:bodyPr/>
        <a:lstStyle/>
        <a:p>
          <a:endParaRPr lang="en-US"/>
        </a:p>
      </dgm:t>
    </dgm:pt>
    <dgm:pt modelId="{77DF3102-0F5A-4AFF-B38F-BB1D74B3B752}">
      <dgm:prSet phldrT="[Text]" phldr="0"/>
      <dgm:spPr/>
      <dgm:t>
        <a:bodyPr/>
        <a:lstStyle/>
        <a:p>
          <a:r>
            <a:rPr lang="ja-JP" altLang="en-US" sz="2200">
              <a:latin typeface="Avenir Next LT Pro"/>
            </a:rPr>
            <a:t>稲葉</a:t>
          </a:r>
          <a:endParaRPr lang="en-US" sz="2200"/>
        </a:p>
      </dgm:t>
    </dgm:pt>
    <dgm:pt modelId="{2468873D-FBBB-47E2-A783-C838727030C6}" type="parTrans" cxnId="{94DE9E84-07B8-4653-9EF1-6F78E48E798D}">
      <dgm:prSet/>
      <dgm:spPr/>
      <dgm:t>
        <a:bodyPr/>
        <a:lstStyle/>
        <a:p>
          <a:endParaRPr lang="en-US"/>
        </a:p>
      </dgm:t>
    </dgm:pt>
    <dgm:pt modelId="{01174727-27A2-4FBE-9A42-F35610566423}" type="sibTrans" cxnId="{94DE9E84-07B8-4653-9EF1-6F78E48E798D}">
      <dgm:prSet/>
      <dgm:spPr/>
      <dgm:t>
        <a:bodyPr/>
        <a:lstStyle/>
        <a:p>
          <a:endParaRPr lang="en-US"/>
        </a:p>
      </dgm:t>
    </dgm:pt>
    <dgm:pt modelId="{037786D9-A2E5-428D-BC9D-48F108808EF9}">
      <dgm:prSet phldrT="[Text]" phldr="0"/>
      <dgm:spPr/>
      <dgm:t>
        <a:bodyPr/>
        <a:lstStyle/>
        <a:p>
          <a:r>
            <a:rPr lang="ja-JP" altLang="en-US" sz="1800">
              <a:latin typeface="Avenir Next LT Pro"/>
            </a:rPr>
            <a:t>西森</a:t>
          </a:r>
          <a:endParaRPr lang="en-US" sz="1800"/>
        </a:p>
      </dgm:t>
    </dgm:pt>
    <dgm:pt modelId="{C795DA09-663C-4EE9-8B73-EFEA5B625A7F}" type="parTrans" cxnId="{D3301327-A40E-42B2-9ED6-598C9B1A97B3}">
      <dgm:prSet/>
      <dgm:spPr/>
      <dgm:t>
        <a:bodyPr/>
        <a:lstStyle/>
        <a:p>
          <a:endParaRPr lang="en-US"/>
        </a:p>
      </dgm:t>
    </dgm:pt>
    <dgm:pt modelId="{8D5F971A-9A0B-457B-80F6-693014182FA2}" type="sibTrans" cxnId="{D3301327-A40E-42B2-9ED6-598C9B1A97B3}">
      <dgm:prSet/>
      <dgm:spPr/>
      <dgm:t>
        <a:bodyPr/>
        <a:lstStyle/>
        <a:p>
          <a:endParaRPr lang="en-US"/>
        </a:p>
      </dgm:t>
    </dgm:pt>
    <dgm:pt modelId="{C878BA1A-C61A-41F3-82DC-E06AE611A462}" type="pres">
      <dgm:prSet presAssocID="{39F433BA-609C-49F0-A754-8F0198700A08}" presName="diagram" presStyleCnt="0">
        <dgm:presLayoutVars>
          <dgm:chPref val="1"/>
          <dgm:dir/>
          <dgm:animOne val="branch"/>
          <dgm:animLvl val="lvl"/>
          <dgm:resizeHandles val="exact"/>
        </dgm:presLayoutVars>
      </dgm:prSet>
      <dgm:spPr/>
    </dgm:pt>
    <dgm:pt modelId="{79C1C27C-8E3B-4F07-80BE-07CBD17428F7}" type="pres">
      <dgm:prSet presAssocID="{B98E6F92-74FA-4014-8693-556D33B0ACA4}" presName="root1" presStyleCnt="0"/>
      <dgm:spPr/>
    </dgm:pt>
    <dgm:pt modelId="{347C7360-A190-4F1B-9E8E-0AC3801B2672}" type="pres">
      <dgm:prSet presAssocID="{B98E6F92-74FA-4014-8693-556D33B0ACA4}" presName="LevelOneTextNode" presStyleLbl="node0" presStyleIdx="0" presStyleCnt="1">
        <dgm:presLayoutVars>
          <dgm:chPref val="3"/>
        </dgm:presLayoutVars>
      </dgm:prSet>
      <dgm:spPr/>
    </dgm:pt>
    <dgm:pt modelId="{BD899A91-304D-4205-B87B-0ED92AAA8EE4}" type="pres">
      <dgm:prSet presAssocID="{B98E6F92-74FA-4014-8693-556D33B0ACA4}" presName="level2hierChild" presStyleCnt="0"/>
      <dgm:spPr/>
    </dgm:pt>
    <dgm:pt modelId="{FB28080A-D917-4730-AD92-4CD9FEB494EC}" type="pres">
      <dgm:prSet presAssocID="{363495BA-980A-46D8-B099-78EAD3A39CC5}" presName="conn2-1" presStyleLbl="parChTrans1D2" presStyleIdx="0" presStyleCnt="3"/>
      <dgm:spPr/>
    </dgm:pt>
    <dgm:pt modelId="{122BA7F2-8F89-4942-810A-39E2C491F824}" type="pres">
      <dgm:prSet presAssocID="{363495BA-980A-46D8-B099-78EAD3A39CC5}" presName="connTx" presStyleLbl="parChTrans1D2" presStyleIdx="0" presStyleCnt="3"/>
      <dgm:spPr/>
    </dgm:pt>
    <dgm:pt modelId="{30C8978D-D547-4E87-91B7-A4DEB0505985}" type="pres">
      <dgm:prSet presAssocID="{31C0E483-43FB-4976-810F-36135509BC56}" presName="root2" presStyleCnt="0"/>
      <dgm:spPr/>
    </dgm:pt>
    <dgm:pt modelId="{D80C9767-E3A0-425B-A677-F196B1C5E0D5}" type="pres">
      <dgm:prSet presAssocID="{31C0E483-43FB-4976-810F-36135509BC56}" presName="LevelTwoTextNode" presStyleLbl="node2" presStyleIdx="0" presStyleCnt="3">
        <dgm:presLayoutVars>
          <dgm:chPref val="3"/>
        </dgm:presLayoutVars>
      </dgm:prSet>
      <dgm:spPr/>
    </dgm:pt>
    <dgm:pt modelId="{5807D6BF-0646-4E9A-B156-CDA6AEBEF0A4}" type="pres">
      <dgm:prSet presAssocID="{31C0E483-43FB-4976-810F-36135509BC56}" presName="level3hierChild" presStyleCnt="0"/>
      <dgm:spPr/>
    </dgm:pt>
    <dgm:pt modelId="{5122AADA-BDDC-4403-9166-B97FC4810DA3}" type="pres">
      <dgm:prSet presAssocID="{2468873D-FBBB-47E2-A783-C838727030C6}" presName="conn2-1" presStyleLbl="parChTrans1D2" presStyleIdx="1" presStyleCnt="3"/>
      <dgm:spPr/>
    </dgm:pt>
    <dgm:pt modelId="{402D9B97-C10D-4CF6-B320-E40CF3B3D8E9}" type="pres">
      <dgm:prSet presAssocID="{2468873D-FBBB-47E2-A783-C838727030C6}" presName="connTx" presStyleLbl="parChTrans1D2" presStyleIdx="1" presStyleCnt="3"/>
      <dgm:spPr/>
    </dgm:pt>
    <dgm:pt modelId="{0B17A031-9801-4C97-857B-052B5362419C}" type="pres">
      <dgm:prSet presAssocID="{77DF3102-0F5A-4AFF-B38F-BB1D74B3B752}" presName="root2" presStyleCnt="0"/>
      <dgm:spPr/>
    </dgm:pt>
    <dgm:pt modelId="{76E42D77-9A81-408A-B9BD-9795A5556753}" type="pres">
      <dgm:prSet presAssocID="{77DF3102-0F5A-4AFF-B38F-BB1D74B3B752}" presName="LevelTwoTextNode" presStyleLbl="node2" presStyleIdx="1" presStyleCnt="3">
        <dgm:presLayoutVars>
          <dgm:chPref val="3"/>
        </dgm:presLayoutVars>
      </dgm:prSet>
      <dgm:spPr/>
    </dgm:pt>
    <dgm:pt modelId="{C8626857-F5B3-41F5-BADD-F89AE112B788}" type="pres">
      <dgm:prSet presAssocID="{77DF3102-0F5A-4AFF-B38F-BB1D74B3B752}" presName="level3hierChild" presStyleCnt="0"/>
      <dgm:spPr/>
    </dgm:pt>
    <dgm:pt modelId="{15864798-9DBD-4536-9C49-964CD5691A99}" type="pres">
      <dgm:prSet presAssocID="{C795DA09-663C-4EE9-8B73-EFEA5B625A7F}" presName="conn2-1" presStyleLbl="parChTrans1D2" presStyleIdx="2" presStyleCnt="3"/>
      <dgm:spPr/>
    </dgm:pt>
    <dgm:pt modelId="{324EE6F8-3A67-48B7-8296-3AF2DA94F9C1}" type="pres">
      <dgm:prSet presAssocID="{C795DA09-663C-4EE9-8B73-EFEA5B625A7F}" presName="connTx" presStyleLbl="parChTrans1D2" presStyleIdx="2" presStyleCnt="3"/>
      <dgm:spPr/>
    </dgm:pt>
    <dgm:pt modelId="{A6C32225-662B-448C-9C89-8644386ED08A}" type="pres">
      <dgm:prSet presAssocID="{037786D9-A2E5-428D-BC9D-48F108808EF9}" presName="root2" presStyleCnt="0"/>
      <dgm:spPr/>
    </dgm:pt>
    <dgm:pt modelId="{21D07077-D91A-4DB4-8DC2-C2DFE1E5B530}" type="pres">
      <dgm:prSet presAssocID="{037786D9-A2E5-428D-BC9D-48F108808EF9}" presName="LevelTwoTextNode" presStyleLbl="node2" presStyleIdx="2" presStyleCnt="3">
        <dgm:presLayoutVars>
          <dgm:chPref val="3"/>
        </dgm:presLayoutVars>
      </dgm:prSet>
      <dgm:spPr/>
    </dgm:pt>
    <dgm:pt modelId="{7D2C759E-4A3F-4EBD-BF16-32009290CCDC}" type="pres">
      <dgm:prSet presAssocID="{037786D9-A2E5-428D-BC9D-48F108808EF9}" presName="level3hierChild" presStyleCnt="0"/>
      <dgm:spPr/>
    </dgm:pt>
  </dgm:ptLst>
  <dgm:cxnLst>
    <dgm:cxn modelId="{1CC94F08-DB10-464C-A23D-550784B60097}" type="presOf" srcId="{C795DA09-663C-4EE9-8B73-EFEA5B625A7F}" destId="{324EE6F8-3A67-48B7-8296-3AF2DA94F9C1}" srcOrd="1" destOrd="0" presId="urn:microsoft.com/office/officeart/2005/8/layout/hierarchy2"/>
    <dgm:cxn modelId="{6AFFEB16-81B4-445D-A986-1E5A4FD16E27}" type="presOf" srcId="{363495BA-980A-46D8-B099-78EAD3A39CC5}" destId="{FB28080A-D917-4730-AD92-4CD9FEB494EC}" srcOrd="0" destOrd="0" presId="urn:microsoft.com/office/officeart/2005/8/layout/hierarchy2"/>
    <dgm:cxn modelId="{8D239B1D-FC2C-411D-80A9-E9111FC48B28}" type="presOf" srcId="{037786D9-A2E5-428D-BC9D-48F108808EF9}" destId="{21D07077-D91A-4DB4-8DC2-C2DFE1E5B530}" srcOrd="0" destOrd="0" presId="urn:microsoft.com/office/officeart/2005/8/layout/hierarchy2"/>
    <dgm:cxn modelId="{7712AB1D-46D0-4EB4-821A-9DBA281B1D18}" type="presOf" srcId="{77DF3102-0F5A-4AFF-B38F-BB1D74B3B752}" destId="{76E42D77-9A81-408A-B9BD-9795A5556753}" srcOrd="0" destOrd="0" presId="urn:microsoft.com/office/officeart/2005/8/layout/hierarchy2"/>
    <dgm:cxn modelId="{D3301327-A40E-42B2-9ED6-598C9B1A97B3}" srcId="{B98E6F92-74FA-4014-8693-556D33B0ACA4}" destId="{037786D9-A2E5-428D-BC9D-48F108808EF9}" srcOrd="2" destOrd="0" parTransId="{C795DA09-663C-4EE9-8B73-EFEA5B625A7F}" sibTransId="{8D5F971A-9A0B-457B-80F6-693014182FA2}"/>
    <dgm:cxn modelId="{6482EC61-9E22-44B1-ABC8-6A9B0BAE2A21}" type="presOf" srcId="{39F433BA-609C-49F0-A754-8F0198700A08}" destId="{C878BA1A-C61A-41F3-82DC-E06AE611A462}" srcOrd="0" destOrd="0" presId="urn:microsoft.com/office/officeart/2005/8/layout/hierarchy2"/>
    <dgm:cxn modelId="{DB3B6771-B241-45E2-9870-DFF24FFBEEC4}" type="presOf" srcId="{31C0E483-43FB-4976-810F-36135509BC56}" destId="{D80C9767-E3A0-425B-A677-F196B1C5E0D5}" srcOrd="0" destOrd="0" presId="urn:microsoft.com/office/officeart/2005/8/layout/hierarchy2"/>
    <dgm:cxn modelId="{94DE9E84-07B8-4653-9EF1-6F78E48E798D}" srcId="{B98E6F92-74FA-4014-8693-556D33B0ACA4}" destId="{77DF3102-0F5A-4AFF-B38F-BB1D74B3B752}" srcOrd="1" destOrd="0" parTransId="{2468873D-FBBB-47E2-A783-C838727030C6}" sibTransId="{01174727-27A2-4FBE-9A42-F35610566423}"/>
    <dgm:cxn modelId="{47361A8F-6EC9-4488-A8D4-0851BD624807}" srcId="{B98E6F92-74FA-4014-8693-556D33B0ACA4}" destId="{31C0E483-43FB-4976-810F-36135509BC56}" srcOrd="0" destOrd="0" parTransId="{363495BA-980A-46D8-B099-78EAD3A39CC5}" sibTransId="{05E5D09E-7248-46DD-8480-73D5B6C2DD36}"/>
    <dgm:cxn modelId="{FC501995-AE98-4082-8592-151C55856A6E}" type="presOf" srcId="{2468873D-FBBB-47E2-A783-C838727030C6}" destId="{402D9B97-C10D-4CF6-B320-E40CF3B3D8E9}" srcOrd="1" destOrd="0" presId="urn:microsoft.com/office/officeart/2005/8/layout/hierarchy2"/>
    <dgm:cxn modelId="{276AB2AE-699D-40C6-BF2B-0C5CFEF14FA6}" srcId="{39F433BA-609C-49F0-A754-8F0198700A08}" destId="{B98E6F92-74FA-4014-8693-556D33B0ACA4}" srcOrd="0" destOrd="0" parTransId="{7928BA5A-0356-40C3-A8C5-6E153FDF49A5}" sibTransId="{56C0649A-1B41-40FE-998A-F5DC47381707}"/>
    <dgm:cxn modelId="{81B63DB6-49CC-48BB-B9A7-96A20441B0B9}" type="presOf" srcId="{363495BA-980A-46D8-B099-78EAD3A39CC5}" destId="{122BA7F2-8F89-4942-810A-39E2C491F824}" srcOrd="1" destOrd="0" presId="urn:microsoft.com/office/officeart/2005/8/layout/hierarchy2"/>
    <dgm:cxn modelId="{A1D4CDE3-86DB-4AD6-BC36-B19AC2E827CD}" type="presOf" srcId="{2468873D-FBBB-47E2-A783-C838727030C6}" destId="{5122AADA-BDDC-4403-9166-B97FC4810DA3}" srcOrd="0" destOrd="0" presId="urn:microsoft.com/office/officeart/2005/8/layout/hierarchy2"/>
    <dgm:cxn modelId="{B55735E6-9CE7-4B08-BBE5-9783E18A1881}" type="presOf" srcId="{B98E6F92-74FA-4014-8693-556D33B0ACA4}" destId="{347C7360-A190-4F1B-9E8E-0AC3801B2672}" srcOrd="0" destOrd="0" presId="urn:microsoft.com/office/officeart/2005/8/layout/hierarchy2"/>
    <dgm:cxn modelId="{0AC2E6FC-5EDE-4930-B287-FEC1B2810517}" type="presOf" srcId="{C795DA09-663C-4EE9-8B73-EFEA5B625A7F}" destId="{15864798-9DBD-4536-9C49-964CD5691A99}" srcOrd="0" destOrd="0" presId="urn:microsoft.com/office/officeart/2005/8/layout/hierarchy2"/>
    <dgm:cxn modelId="{91CF011D-1BCB-4402-BA18-BCA81DEDE73F}" type="presParOf" srcId="{C878BA1A-C61A-41F3-82DC-E06AE611A462}" destId="{79C1C27C-8E3B-4F07-80BE-07CBD17428F7}" srcOrd="0" destOrd="0" presId="urn:microsoft.com/office/officeart/2005/8/layout/hierarchy2"/>
    <dgm:cxn modelId="{0B1EA566-1BC0-441C-B72E-943B77DE1887}" type="presParOf" srcId="{79C1C27C-8E3B-4F07-80BE-07CBD17428F7}" destId="{347C7360-A190-4F1B-9E8E-0AC3801B2672}" srcOrd="0" destOrd="0" presId="urn:microsoft.com/office/officeart/2005/8/layout/hierarchy2"/>
    <dgm:cxn modelId="{B2C66A97-944D-4C6A-924D-98B36E7230A7}" type="presParOf" srcId="{79C1C27C-8E3B-4F07-80BE-07CBD17428F7}" destId="{BD899A91-304D-4205-B87B-0ED92AAA8EE4}" srcOrd="1" destOrd="0" presId="urn:microsoft.com/office/officeart/2005/8/layout/hierarchy2"/>
    <dgm:cxn modelId="{11405180-1ABE-4651-808F-293B4E00DE4A}" type="presParOf" srcId="{BD899A91-304D-4205-B87B-0ED92AAA8EE4}" destId="{FB28080A-D917-4730-AD92-4CD9FEB494EC}" srcOrd="0" destOrd="0" presId="urn:microsoft.com/office/officeart/2005/8/layout/hierarchy2"/>
    <dgm:cxn modelId="{AA1552B2-48E3-4EFF-8F57-0A536D7E90C1}" type="presParOf" srcId="{FB28080A-D917-4730-AD92-4CD9FEB494EC}" destId="{122BA7F2-8F89-4942-810A-39E2C491F824}" srcOrd="0" destOrd="0" presId="urn:microsoft.com/office/officeart/2005/8/layout/hierarchy2"/>
    <dgm:cxn modelId="{0E0B4A6E-E808-4459-B53B-C4D75864A379}" type="presParOf" srcId="{BD899A91-304D-4205-B87B-0ED92AAA8EE4}" destId="{30C8978D-D547-4E87-91B7-A4DEB0505985}" srcOrd="1" destOrd="0" presId="urn:microsoft.com/office/officeart/2005/8/layout/hierarchy2"/>
    <dgm:cxn modelId="{042E6DB9-2DB2-456F-B88A-02BB318A1108}" type="presParOf" srcId="{30C8978D-D547-4E87-91B7-A4DEB0505985}" destId="{D80C9767-E3A0-425B-A677-F196B1C5E0D5}" srcOrd="0" destOrd="0" presId="urn:microsoft.com/office/officeart/2005/8/layout/hierarchy2"/>
    <dgm:cxn modelId="{128B95F9-B2BC-458C-B679-C5714ED841BD}" type="presParOf" srcId="{30C8978D-D547-4E87-91B7-A4DEB0505985}" destId="{5807D6BF-0646-4E9A-B156-CDA6AEBEF0A4}" srcOrd="1" destOrd="0" presId="urn:microsoft.com/office/officeart/2005/8/layout/hierarchy2"/>
    <dgm:cxn modelId="{F9FFB980-4663-4F60-8871-1F7D18303124}" type="presParOf" srcId="{BD899A91-304D-4205-B87B-0ED92AAA8EE4}" destId="{5122AADA-BDDC-4403-9166-B97FC4810DA3}" srcOrd="2" destOrd="0" presId="urn:microsoft.com/office/officeart/2005/8/layout/hierarchy2"/>
    <dgm:cxn modelId="{AE348326-BE63-4960-A786-85571C39022B}" type="presParOf" srcId="{5122AADA-BDDC-4403-9166-B97FC4810DA3}" destId="{402D9B97-C10D-4CF6-B320-E40CF3B3D8E9}" srcOrd="0" destOrd="0" presId="urn:microsoft.com/office/officeart/2005/8/layout/hierarchy2"/>
    <dgm:cxn modelId="{1E00A6EE-42E7-4DFE-84FC-41B4FE8DC195}" type="presParOf" srcId="{BD899A91-304D-4205-B87B-0ED92AAA8EE4}" destId="{0B17A031-9801-4C97-857B-052B5362419C}" srcOrd="3" destOrd="0" presId="urn:microsoft.com/office/officeart/2005/8/layout/hierarchy2"/>
    <dgm:cxn modelId="{214EA961-C9BD-4029-A3DD-0964D45C4959}" type="presParOf" srcId="{0B17A031-9801-4C97-857B-052B5362419C}" destId="{76E42D77-9A81-408A-B9BD-9795A5556753}" srcOrd="0" destOrd="0" presId="urn:microsoft.com/office/officeart/2005/8/layout/hierarchy2"/>
    <dgm:cxn modelId="{7DA48E33-5D08-4B2C-B9B8-BD4A1FBAFA41}" type="presParOf" srcId="{0B17A031-9801-4C97-857B-052B5362419C}" destId="{C8626857-F5B3-41F5-BADD-F89AE112B788}" srcOrd="1" destOrd="0" presId="urn:microsoft.com/office/officeart/2005/8/layout/hierarchy2"/>
    <dgm:cxn modelId="{4D95DCA3-DFDA-4FD2-9517-5E0ED751B9A9}" type="presParOf" srcId="{BD899A91-304D-4205-B87B-0ED92AAA8EE4}" destId="{15864798-9DBD-4536-9C49-964CD5691A99}" srcOrd="4" destOrd="0" presId="urn:microsoft.com/office/officeart/2005/8/layout/hierarchy2"/>
    <dgm:cxn modelId="{AD6C298E-F522-462D-9799-D4F568FE1A93}" type="presParOf" srcId="{15864798-9DBD-4536-9C49-964CD5691A99}" destId="{324EE6F8-3A67-48B7-8296-3AF2DA94F9C1}" srcOrd="0" destOrd="0" presId="urn:microsoft.com/office/officeart/2005/8/layout/hierarchy2"/>
    <dgm:cxn modelId="{43499ACD-1878-4C3D-A32D-96CE26FE871E}" type="presParOf" srcId="{BD899A91-304D-4205-B87B-0ED92AAA8EE4}" destId="{A6C32225-662B-448C-9C89-8644386ED08A}" srcOrd="5" destOrd="0" presId="urn:microsoft.com/office/officeart/2005/8/layout/hierarchy2"/>
    <dgm:cxn modelId="{F419EA6F-64A7-4975-AA0A-27EF49E124B6}" type="presParOf" srcId="{A6C32225-662B-448C-9C89-8644386ED08A}" destId="{21D07077-D91A-4DB4-8DC2-C2DFE1E5B530}" srcOrd="0" destOrd="0" presId="urn:microsoft.com/office/officeart/2005/8/layout/hierarchy2"/>
    <dgm:cxn modelId="{3AD54A68-E38C-4EFA-AEF2-60BD64051195}" type="presParOf" srcId="{A6C32225-662B-448C-9C89-8644386ED08A}" destId="{7D2C759E-4A3F-4EBD-BF16-32009290CC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DC1F7-8BB1-4731-A694-4E4C10526100}">
      <dsp:nvSpPr>
        <dsp:cNvPr id="0" name=""/>
        <dsp:cNvSpPr/>
      </dsp:nvSpPr>
      <dsp:spPr>
        <a:xfrm>
          <a:off x="0" y="84704"/>
          <a:ext cx="10167937" cy="817537"/>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sz="2000" kern="1200"/>
            <a:t>生活習慣の改善と遅刻防止を目的としたシステム</a:t>
          </a:r>
          <a:endParaRPr lang="en-US" sz="2000" kern="1200"/>
        </a:p>
      </dsp:txBody>
      <dsp:txXfrm>
        <a:off x="39909" y="124613"/>
        <a:ext cx="10088119" cy="737719"/>
      </dsp:txXfrm>
    </dsp:sp>
    <dsp:sp modelId="{E4ACC868-A376-41F6-AB70-DBEFD66C81A3}">
      <dsp:nvSpPr>
        <dsp:cNvPr id="0" name=""/>
        <dsp:cNvSpPr/>
      </dsp:nvSpPr>
      <dsp:spPr>
        <a:xfrm>
          <a:off x="0" y="959841"/>
          <a:ext cx="10167937" cy="817537"/>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sz="2000" kern="1200"/>
            <a:t>就寝時刻に照明・テレビを自動で</a:t>
          </a:r>
          <a:r>
            <a:rPr lang="en-US" sz="2000" kern="1200"/>
            <a:t>OFF</a:t>
          </a:r>
        </a:p>
      </dsp:txBody>
      <dsp:txXfrm>
        <a:off x="39909" y="999750"/>
        <a:ext cx="10088119" cy="737719"/>
      </dsp:txXfrm>
    </dsp:sp>
    <dsp:sp modelId="{3B1553DE-6850-4188-81EB-C0331E9B1E6F}">
      <dsp:nvSpPr>
        <dsp:cNvPr id="0" name=""/>
        <dsp:cNvSpPr/>
      </dsp:nvSpPr>
      <dsp:spPr>
        <a:xfrm>
          <a:off x="0" y="1834979"/>
          <a:ext cx="10167937" cy="899291"/>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sz="2000" kern="1200"/>
            <a:t>起床時刻に照明</a:t>
          </a:r>
          <a:r>
            <a:rPr lang="en-US" sz="2000" kern="1200"/>
            <a:t>ON</a:t>
          </a:r>
          <a:r>
            <a:rPr lang="ja-JP" sz="2000" kern="1200"/>
            <a:t>＋音楽再生</a:t>
          </a:r>
          <a:endParaRPr lang="en-US" sz="2000" kern="1200"/>
        </a:p>
      </dsp:txBody>
      <dsp:txXfrm>
        <a:off x="43900" y="1878879"/>
        <a:ext cx="10080137" cy="811491"/>
      </dsp:txXfrm>
    </dsp:sp>
    <dsp:sp modelId="{7743FF43-CBE3-4AF6-A548-3EDC56233DF7}">
      <dsp:nvSpPr>
        <dsp:cNvPr id="0" name=""/>
        <dsp:cNvSpPr/>
      </dsp:nvSpPr>
      <dsp:spPr>
        <a:xfrm>
          <a:off x="0" y="2791870"/>
          <a:ext cx="10167937" cy="817537"/>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altLang="en-US" sz="2000" kern="1200"/>
            <a:t>電車遅延時はアラームを前倒し</a:t>
          </a:r>
          <a:br>
            <a:rPr lang="en-US" sz="2000" kern="1200"/>
          </a:br>
          <a:endParaRPr lang="en-US" sz="2000" kern="1200"/>
        </a:p>
      </dsp:txBody>
      <dsp:txXfrm>
        <a:off x="39909" y="2831779"/>
        <a:ext cx="10088119" cy="7377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D02138-A9D1-4474-99D2-6613E3A82906}">
      <dsp:nvSpPr>
        <dsp:cNvPr id="0" name=""/>
        <dsp:cNvSpPr/>
      </dsp:nvSpPr>
      <dsp:spPr>
        <a:xfrm>
          <a:off x="-4822941" y="-739162"/>
          <a:ext cx="5744383" cy="5744383"/>
        </a:xfrm>
        <a:prstGeom prst="blockArc">
          <a:avLst>
            <a:gd name="adj1" fmla="val 18900000"/>
            <a:gd name="adj2" fmla="val 2700000"/>
            <a:gd name="adj3" fmla="val 376"/>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531C3B-C362-4039-8233-0FCFAED356C8}">
      <dsp:nvSpPr>
        <dsp:cNvPr id="0" name=""/>
        <dsp:cNvSpPr/>
      </dsp:nvSpPr>
      <dsp:spPr>
        <a:xfrm>
          <a:off x="403209" y="266543"/>
          <a:ext cx="6588701" cy="53342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408" tIns="43180" rIns="43180" bIns="43180" numCol="1" spcCol="1270" anchor="ctr" anchorCtr="0">
          <a:noAutofit/>
        </a:bodyPr>
        <a:lstStyle/>
        <a:p>
          <a:pPr marL="0" lvl="0" indent="0" algn="l" defTabSz="755650">
            <a:lnSpc>
              <a:spcPct val="90000"/>
            </a:lnSpc>
            <a:spcBef>
              <a:spcPct val="0"/>
            </a:spcBef>
            <a:spcAft>
              <a:spcPct val="35000"/>
            </a:spcAft>
            <a:buNone/>
          </a:pPr>
          <a:r>
            <a:rPr lang="en-US" sz="1700" kern="1200" dirty="0"/>
            <a:t>LINE</a:t>
          </a:r>
          <a:r>
            <a:rPr lang="ja-JP" sz="1700" kern="1200"/>
            <a:t>で就寝時間・起床時間・通学路線・音楽を設定可能</a:t>
          </a:r>
          <a:r>
            <a:rPr lang="ja-JP" altLang="en-US" sz="1700" kern="1200"/>
            <a:t>なこと</a:t>
          </a:r>
          <a:endParaRPr lang="en-US" sz="1700" kern="1200" dirty="0"/>
        </a:p>
      </dsp:txBody>
      <dsp:txXfrm>
        <a:off x="403209" y="266543"/>
        <a:ext cx="6588701" cy="533428"/>
      </dsp:txXfrm>
    </dsp:sp>
    <dsp:sp modelId="{D4E045EA-C9D8-4FDE-8D8E-CEC07D05C219}">
      <dsp:nvSpPr>
        <dsp:cNvPr id="0" name=""/>
        <dsp:cNvSpPr/>
      </dsp:nvSpPr>
      <dsp:spPr>
        <a:xfrm>
          <a:off x="69817" y="199864"/>
          <a:ext cx="666785" cy="66678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934808-554A-4CC9-8C32-5E4A798EB4FE}">
      <dsp:nvSpPr>
        <dsp:cNvPr id="0" name=""/>
        <dsp:cNvSpPr/>
      </dsp:nvSpPr>
      <dsp:spPr>
        <a:xfrm>
          <a:off x="772539" y="1066429"/>
          <a:ext cx="6206462" cy="53342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408" tIns="43180" rIns="43180" bIns="43180" numCol="1" spcCol="1270" anchor="ctr" anchorCtr="0">
          <a:noAutofit/>
        </a:bodyPr>
        <a:lstStyle/>
        <a:p>
          <a:pPr marL="0" lvl="0" indent="0" algn="l" defTabSz="755650">
            <a:lnSpc>
              <a:spcPct val="90000"/>
            </a:lnSpc>
            <a:spcBef>
              <a:spcPct val="0"/>
            </a:spcBef>
            <a:spcAft>
              <a:spcPct val="35000"/>
            </a:spcAft>
            <a:buNone/>
          </a:pPr>
          <a:r>
            <a:rPr lang="ja-JP" sz="1700" kern="1200"/>
            <a:t>曜日ごとのスケジュール設定に対応</a:t>
          </a:r>
          <a:r>
            <a:rPr lang="ja-JP" altLang="en-US" sz="1700" kern="1200"/>
            <a:t>すること</a:t>
          </a:r>
          <a:endParaRPr lang="en-US" sz="1700" kern="1200" dirty="0"/>
        </a:p>
      </dsp:txBody>
      <dsp:txXfrm>
        <a:off x="772539" y="1066429"/>
        <a:ext cx="6206462" cy="533428"/>
      </dsp:txXfrm>
    </dsp:sp>
    <dsp:sp modelId="{E4F78858-4E48-442C-80FA-410F5CEA9C7E}">
      <dsp:nvSpPr>
        <dsp:cNvPr id="0" name=""/>
        <dsp:cNvSpPr/>
      </dsp:nvSpPr>
      <dsp:spPr>
        <a:xfrm>
          <a:off x="452056" y="999750"/>
          <a:ext cx="666785" cy="66678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D8631E-D6C9-4B26-83E7-2D84D8EFCA3F}">
      <dsp:nvSpPr>
        <dsp:cNvPr id="0" name=""/>
        <dsp:cNvSpPr/>
      </dsp:nvSpPr>
      <dsp:spPr>
        <a:xfrm>
          <a:off x="902765" y="1866315"/>
          <a:ext cx="6089145" cy="53342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408" tIns="43180" rIns="43180" bIns="43180" numCol="1" spcCol="1270" anchor="ctr" anchorCtr="0">
          <a:noAutofit/>
        </a:bodyPr>
        <a:lstStyle/>
        <a:p>
          <a:pPr marL="0" lvl="0" indent="0" algn="l" defTabSz="755650">
            <a:lnSpc>
              <a:spcPct val="90000"/>
            </a:lnSpc>
            <a:spcBef>
              <a:spcPct val="0"/>
            </a:spcBef>
            <a:spcAft>
              <a:spcPct val="35000"/>
            </a:spcAft>
            <a:buNone/>
          </a:pPr>
          <a:r>
            <a:rPr lang="ja-JP" sz="1700" kern="1200"/>
            <a:t>就寝・起床に応じた家電の自動制御</a:t>
          </a:r>
          <a:r>
            <a:rPr lang="ja-JP" altLang="en-US" sz="1700" kern="1200"/>
            <a:t>ができること</a:t>
          </a:r>
          <a:endParaRPr lang="en-US" sz="1700" kern="1200" dirty="0"/>
        </a:p>
      </dsp:txBody>
      <dsp:txXfrm>
        <a:off x="902765" y="1866315"/>
        <a:ext cx="6089145" cy="533428"/>
      </dsp:txXfrm>
    </dsp:sp>
    <dsp:sp modelId="{7D3F4E98-26B8-4AF4-8C14-C08EDC69D45F}">
      <dsp:nvSpPr>
        <dsp:cNvPr id="0" name=""/>
        <dsp:cNvSpPr/>
      </dsp:nvSpPr>
      <dsp:spPr>
        <a:xfrm>
          <a:off x="569372" y="1799636"/>
          <a:ext cx="666785" cy="66678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573EF9-8B1E-4BC6-A0DA-18FC8F0A69EE}">
      <dsp:nvSpPr>
        <dsp:cNvPr id="0" name=""/>
        <dsp:cNvSpPr/>
      </dsp:nvSpPr>
      <dsp:spPr>
        <a:xfrm>
          <a:off x="785448" y="2666201"/>
          <a:ext cx="6206462" cy="53342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408" tIns="43180" rIns="43180" bIns="43180" numCol="1" spcCol="1270" anchor="ctr" anchorCtr="0">
          <a:noAutofit/>
        </a:bodyPr>
        <a:lstStyle/>
        <a:p>
          <a:pPr marL="0" lvl="0" indent="0" algn="l" defTabSz="755650">
            <a:lnSpc>
              <a:spcPct val="90000"/>
            </a:lnSpc>
            <a:spcBef>
              <a:spcPct val="0"/>
            </a:spcBef>
            <a:spcAft>
              <a:spcPct val="35000"/>
            </a:spcAft>
            <a:buNone/>
          </a:pPr>
          <a:r>
            <a:rPr lang="ja-JP" sz="1700" kern="1200"/>
            <a:t>路線の遅延情報を取得しアラームを調整</a:t>
          </a:r>
          <a:r>
            <a:rPr lang="ja-JP" altLang="en-US" sz="1700" kern="1200"/>
            <a:t>できること</a:t>
          </a:r>
          <a:endParaRPr lang="en-US" sz="1700" kern="1200" dirty="0"/>
        </a:p>
      </dsp:txBody>
      <dsp:txXfrm>
        <a:off x="785448" y="2666201"/>
        <a:ext cx="6206462" cy="533428"/>
      </dsp:txXfrm>
    </dsp:sp>
    <dsp:sp modelId="{8A8659BD-030B-468A-8F0E-50C9168A1F93}">
      <dsp:nvSpPr>
        <dsp:cNvPr id="0" name=""/>
        <dsp:cNvSpPr/>
      </dsp:nvSpPr>
      <dsp:spPr>
        <a:xfrm>
          <a:off x="452056" y="2599523"/>
          <a:ext cx="666785" cy="66678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D8AE51-899C-4EB1-AF71-57A95265DFE4}">
      <dsp:nvSpPr>
        <dsp:cNvPr id="0" name=""/>
        <dsp:cNvSpPr/>
      </dsp:nvSpPr>
      <dsp:spPr>
        <a:xfrm>
          <a:off x="403209" y="3466087"/>
          <a:ext cx="6588701" cy="53342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408" tIns="43180" rIns="43180" bIns="43180" numCol="1" spcCol="1270" anchor="ctr" anchorCtr="0">
          <a:noAutofit/>
        </a:bodyPr>
        <a:lstStyle/>
        <a:p>
          <a:pPr marL="0" lvl="0" indent="0" algn="l" defTabSz="755650">
            <a:lnSpc>
              <a:spcPct val="90000"/>
            </a:lnSpc>
            <a:spcBef>
              <a:spcPct val="0"/>
            </a:spcBef>
            <a:spcAft>
              <a:spcPct val="35000"/>
            </a:spcAft>
            <a:buNone/>
          </a:pPr>
          <a:r>
            <a:rPr lang="ja-JP" sz="1700" kern="1200"/>
            <a:t>設定内容はスプレッドシートで管理</a:t>
          </a:r>
          <a:r>
            <a:rPr lang="ja-JP" altLang="en-US" sz="1700" kern="1200"/>
            <a:t>できること</a:t>
          </a:r>
          <a:endParaRPr lang="en-US" sz="1700" kern="1200" dirty="0"/>
        </a:p>
      </dsp:txBody>
      <dsp:txXfrm>
        <a:off x="403209" y="3466087"/>
        <a:ext cx="6588701" cy="533428"/>
      </dsp:txXfrm>
    </dsp:sp>
    <dsp:sp modelId="{0D2471B2-C8F4-4EFD-A862-D06DB7AF50CA}">
      <dsp:nvSpPr>
        <dsp:cNvPr id="0" name=""/>
        <dsp:cNvSpPr/>
      </dsp:nvSpPr>
      <dsp:spPr>
        <a:xfrm>
          <a:off x="69817" y="3399409"/>
          <a:ext cx="666785" cy="66678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7C7360-A190-4F1B-9E8E-0AC3801B2672}">
      <dsp:nvSpPr>
        <dsp:cNvPr id="0" name=""/>
        <dsp:cNvSpPr/>
      </dsp:nvSpPr>
      <dsp:spPr>
        <a:xfrm>
          <a:off x="2399965" y="1287888"/>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rtl="0">
            <a:lnSpc>
              <a:spcPct val="90000"/>
            </a:lnSpc>
            <a:spcBef>
              <a:spcPct val="0"/>
            </a:spcBef>
            <a:spcAft>
              <a:spcPct val="35000"/>
            </a:spcAft>
            <a:buNone/>
          </a:pPr>
          <a:r>
            <a:rPr lang="ja-JP" altLang="en-US" sz="3300" kern="1200">
              <a:latin typeface="Avenir Next LT Pro"/>
            </a:rPr>
            <a:t>リーダー　釣井</a:t>
          </a:r>
          <a:endParaRPr lang="en-US" altLang="ja-JP" sz="3300" kern="1200" dirty="0">
            <a:latin typeface="Avenir Next LT Pro"/>
          </a:endParaRPr>
        </a:p>
      </dsp:txBody>
      <dsp:txXfrm>
        <a:off x="2432720" y="1320643"/>
        <a:ext cx="2171159" cy="1052824"/>
      </dsp:txXfrm>
    </dsp:sp>
    <dsp:sp modelId="{FB28080A-D917-4730-AD92-4CD9FEB494EC}">
      <dsp:nvSpPr>
        <dsp:cNvPr id="0" name=""/>
        <dsp:cNvSpPr/>
      </dsp:nvSpPr>
      <dsp:spPr>
        <a:xfrm rot="18289469">
          <a:off x="4300635" y="1176767"/>
          <a:ext cx="1566666" cy="54492"/>
        </a:xfrm>
        <a:custGeom>
          <a:avLst/>
          <a:gdLst/>
          <a:ahLst/>
          <a:cxnLst/>
          <a:rect l="0" t="0" r="0" b="0"/>
          <a:pathLst>
            <a:path>
              <a:moveTo>
                <a:pt x="0" y="27246"/>
              </a:moveTo>
              <a:lnTo>
                <a:pt x="1566666"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44801" y="1164846"/>
        <a:ext cx="78333" cy="78333"/>
      </dsp:txXfrm>
    </dsp:sp>
    <dsp:sp modelId="{D80C9767-E3A0-425B-A677-F196B1C5E0D5}">
      <dsp:nvSpPr>
        <dsp:cNvPr id="0" name=""/>
        <dsp:cNvSpPr/>
      </dsp:nvSpPr>
      <dsp:spPr>
        <a:xfrm>
          <a:off x="5531302" y="1803"/>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altLang="ja-JP" sz="3300" kern="1200" err="1">
              <a:latin typeface="Avenir Next LT Pro"/>
            </a:rPr>
            <a:t>松下</a:t>
          </a:r>
          <a:endParaRPr lang="en-US" altLang="ja-JP" sz="3300" kern="1200" err="1"/>
        </a:p>
      </dsp:txBody>
      <dsp:txXfrm>
        <a:off x="5564057" y="34558"/>
        <a:ext cx="2171159" cy="1052824"/>
      </dsp:txXfrm>
    </dsp:sp>
    <dsp:sp modelId="{5122AADA-BDDC-4403-9166-B97FC4810DA3}">
      <dsp:nvSpPr>
        <dsp:cNvPr id="0" name=""/>
        <dsp:cNvSpPr/>
      </dsp:nvSpPr>
      <dsp:spPr>
        <a:xfrm>
          <a:off x="4636634" y="1819809"/>
          <a:ext cx="894667" cy="54492"/>
        </a:xfrm>
        <a:custGeom>
          <a:avLst/>
          <a:gdLst/>
          <a:ahLst/>
          <a:cxnLst/>
          <a:rect l="0" t="0" r="0" b="0"/>
          <a:pathLst>
            <a:path>
              <a:moveTo>
                <a:pt x="0" y="27246"/>
              </a:moveTo>
              <a:lnTo>
                <a:pt x="894667"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61601" y="1824689"/>
        <a:ext cx="44733" cy="44733"/>
      </dsp:txXfrm>
    </dsp:sp>
    <dsp:sp modelId="{76E42D77-9A81-408A-B9BD-9795A5556753}">
      <dsp:nvSpPr>
        <dsp:cNvPr id="0" name=""/>
        <dsp:cNvSpPr/>
      </dsp:nvSpPr>
      <dsp:spPr>
        <a:xfrm>
          <a:off x="5531302" y="1287888"/>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ja-JP" altLang="en-US" sz="3300" kern="1200">
              <a:latin typeface="Avenir Next LT Pro"/>
            </a:rPr>
            <a:t>稲葉</a:t>
          </a:r>
          <a:endParaRPr lang="en-US" sz="3300" kern="1200"/>
        </a:p>
      </dsp:txBody>
      <dsp:txXfrm>
        <a:off x="5564057" y="1320643"/>
        <a:ext cx="2171159" cy="1052824"/>
      </dsp:txXfrm>
    </dsp:sp>
    <dsp:sp modelId="{15864798-9DBD-4536-9C49-964CD5691A99}">
      <dsp:nvSpPr>
        <dsp:cNvPr id="0" name=""/>
        <dsp:cNvSpPr/>
      </dsp:nvSpPr>
      <dsp:spPr>
        <a:xfrm rot="3310531">
          <a:off x="4300635" y="2462852"/>
          <a:ext cx="1566666" cy="54492"/>
        </a:xfrm>
        <a:custGeom>
          <a:avLst/>
          <a:gdLst/>
          <a:ahLst/>
          <a:cxnLst/>
          <a:rect l="0" t="0" r="0" b="0"/>
          <a:pathLst>
            <a:path>
              <a:moveTo>
                <a:pt x="0" y="27246"/>
              </a:moveTo>
              <a:lnTo>
                <a:pt x="1566666"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44801" y="2450931"/>
        <a:ext cx="78333" cy="78333"/>
      </dsp:txXfrm>
    </dsp:sp>
    <dsp:sp modelId="{21D07077-D91A-4DB4-8DC2-C2DFE1E5B530}">
      <dsp:nvSpPr>
        <dsp:cNvPr id="0" name=""/>
        <dsp:cNvSpPr/>
      </dsp:nvSpPr>
      <dsp:spPr>
        <a:xfrm>
          <a:off x="5531302" y="2573973"/>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ja-JP" altLang="en-US" sz="3300" kern="1200">
              <a:latin typeface="Avenir Next LT Pro"/>
            </a:rPr>
            <a:t>西森</a:t>
          </a:r>
          <a:endParaRPr lang="en-US" sz="3300" kern="1200"/>
        </a:p>
      </dsp:txBody>
      <dsp:txXfrm>
        <a:off x="5564057" y="2606728"/>
        <a:ext cx="2171159" cy="10528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8C238E-8687-4CE5-AD35-6ED0D7F368F3}" type="datetimeFigureOut">
              <a:rPr kumimoji="1" lang="ja-JP" altLang="en-US" smtClean="0"/>
              <a:t>2026/4/22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23D63E-6199-4A67-8D81-BA6C4D9EDEF8}" type="slidenum">
              <a:rPr kumimoji="1" lang="ja-JP" altLang="en-US" smtClean="0"/>
              <a:t>‹#›</a:t>
            </a:fld>
            <a:endParaRPr kumimoji="1" lang="ja-JP" altLang="en-US"/>
          </a:p>
        </p:txBody>
      </p:sp>
    </p:spTree>
    <p:extLst>
      <p:ext uri="{BB962C8B-B14F-4D97-AF65-F5344CB8AC3E}">
        <p14:creationId xmlns:p14="http://schemas.microsoft.com/office/powerpoint/2010/main" val="202937862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就寝時刻になると照明やテレビを自動で消灯・停止し、起床時刻になると照明を点灯させ音楽を再生する。さらに、ユーザーが利用する通学路線の運行情報を取得し、遅延が発生している場合にはアラーム時刻を自動で変更することで、生活習慣の改善および遅刻の防止を支援する。</a:t>
            </a:r>
          </a:p>
          <a:p>
            <a:endParaRPr kumimoji="1" lang="ja-JP" altLang="en-US"/>
          </a:p>
        </p:txBody>
      </p:sp>
      <p:sp>
        <p:nvSpPr>
          <p:cNvPr id="4" name="スライド番号プレースホルダー 3"/>
          <p:cNvSpPr>
            <a:spLocks noGrp="1"/>
          </p:cNvSpPr>
          <p:nvPr>
            <p:ph type="sldNum" sz="quarter" idx="5"/>
          </p:nvPr>
        </p:nvSpPr>
        <p:spPr/>
        <p:txBody>
          <a:bodyPr/>
          <a:lstStyle/>
          <a:p>
            <a:fld id="{B623D63E-6199-4A67-8D81-BA6C4D9EDEF8}" type="slidenum">
              <a:rPr kumimoji="1" lang="ja-JP" altLang="en-US" smtClean="0"/>
              <a:t>3</a:t>
            </a:fld>
            <a:endParaRPr kumimoji="1" lang="ja-JP" altLang="en-US"/>
          </a:p>
        </p:txBody>
      </p:sp>
    </p:spTree>
    <p:extLst>
      <p:ext uri="{BB962C8B-B14F-4D97-AF65-F5344CB8AC3E}">
        <p14:creationId xmlns:p14="http://schemas.microsoft.com/office/powerpoint/2010/main" val="51772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D9444-F892-F313-E7CB-368BC8287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0C3AD39-EC1C-80AA-252E-46F85D1BB7B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30163-C42C-1C58-931D-15A3262EB6C3}"/>
              </a:ext>
            </a:extLst>
          </p:cNvPr>
          <p:cNvSpPr>
            <a:spLocks noGrp="1"/>
          </p:cNvSpPr>
          <p:nvPr>
            <p:ph type="body" idx="1"/>
          </p:nvPr>
        </p:nvSpPr>
        <p:spPr/>
        <p:txBody>
          <a:bodyPr/>
          <a:lstStyle/>
          <a:p>
            <a:r>
              <a:rPr lang="ja-JP" altLang="en-US"/>
              <a:t>このシステムでは、ユーザが</a:t>
            </a:r>
            <a:r>
              <a:rPr lang="en-US" altLang="ja-JP" dirty="0"/>
              <a:t>LINE</a:t>
            </a:r>
            <a:r>
              <a:rPr lang="ja-JP" altLang="en-US"/>
              <a:t>を用いて就寝時間や起床時間、通学路線、再生する音楽などをあらかじめ設定できるようにしています。</a:t>
            </a:r>
            <a:br>
              <a:rPr lang="ja-JP" altLang="en-US"/>
            </a:br>
            <a:r>
              <a:rPr lang="ja-JP" altLang="en-US"/>
              <a:t>設定された内容に基づいて、就寝時には照明やテレビを自動で停止し、起床時には照明の点灯と音楽の再生を行います。</a:t>
            </a:r>
          </a:p>
          <a:p>
            <a:r>
              <a:rPr lang="ja-JP" altLang="en-US"/>
              <a:t>さらに、通学路線の運行情報を定期的に取得し、遅延が発生している場合にはアラーム時刻を自動で前倒しすることで、遅刻の防止を図ります。</a:t>
            </a:r>
          </a:p>
          <a:p>
            <a:endParaRPr kumimoji="1" lang="ja-JP" altLang="en-US"/>
          </a:p>
        </p:txBody>
      </p:sp>
      <p:sp>
        <p:nvSpPr>
          <p:cNvPr id="4" name="スライド番号プレースホルダー 3">
            <a:extLst>
              <a:ext uri="{FF2B5EF4-FFF2-40B4-BE49-F238E27FC236}">
                <a16:creationId xmlns:a16="http://schemas.microsoft.com/office/drawing/2014/main" id="{44178116-7DA4-8417-4594-18275E8FCCB4}"/>
              </a:ext>
            </a:extLst>
          </p:cNvPr>
          <p:cNvSpPr>
            <a:spLocks noGrp="1"/>
          </p:cNvSpPr>
          <p:nvPr>
            <p:ph type="sldNum" sz="quarter" idx="5"/>
          </p:nvPr>
        </p:nvSpPr>
        <p:spPr/>
        <p:txBody>
          <a:bodyPr/>
          <a:lstStyle/>
          <a:p>
            <a:fld id="{B623D63E-6199-4A67-8D81-BA6C4D9EDEF8}" type="slidenum">
              <a:rPr kumimoji="1" lang="ja-JP" altLang="en-US" smtClean="0"/>
              <a:t>4</a:t>
            </a:fld>
            <a:endParaRPr kumimoji="1" lang="ja-JP" altLang="en-US"/>
          </a:p>
        </p:txBody>
      </p:sp>
    </p:spTree>
    <p:extLst>
      <p:ext uri="{BB962C8B-B14F-4D97-AF65-F5344CB8AC3E}">
        <p14:creationId xmlns:p14="http://schemas.microsoft.com/office/powerpoint/2010/main" val="2620714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29746-69A9-7F78-DF60-FFE74BA7371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53E7ED-BFF6-F759-B8C9-28E836A3336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1A2BB92-01AF-86AA-58AF-0153B7BCDD42}"/>
              </a:ext>
            </a:extLst>
          </p:cNvPr>
          <p:cNvSpPr>
            <a:spLocks noGrp="1"/>
          </p:cNvSpPr>
          <p:nvPr>
            <p:ph type="body" idx="1"/>
          </p:nvPr>
        </p:nvSpPr>
        <p:spPr/>
        <p:txBody>
          <a:bodyPr/>
          <a:lstStyle/>
          <a:p>
            <a:r>
              <a:rPr lang="ja-JP" altLang="en-US"/>
              <a:t>本システムは主に大学生を対象とする。特に、夜更かしによる生活リズムの乱れや、朝起きられないことによる遅刻に悩む人にとって有益であると考える。</a:t>
            </a:r>
          </a:p>
          <a:p>
            <a:r>
              <a:rPr lang="ja-JP" altLang="en-US"/>
              <a:t>また、起床時に照明の点灯や音楽の再生によって自然な目覚めを促すことができる。さらに、通学に公共交通機関を利用する学生にとっては、遅延情報に応じたアラーム調整により遅刻のリスクを軽減できる。</a:t>
            </a:r>
          </a:p>
          <a:p>
            <a:endParaRPr kumimoji="1" lang="ja-JP" altLang="en-US"/>
          </a:p>
        </p:txBody>
      </p:sp>
      <p:sp>
        <p:nvSpPr>
          <p:cNvPr id="4" name="スライド番号プレースホルダー 3">
            <a:extLst>
              <a:ext uri="{FF2B5EF4-FFF2-40B4-BE49-F238E27FC236}">
                <a16:creationId xmlns:a16="http://schemas.microsoft.com/office/drawing/2014/main" id="{E7A10505-90A8-4378-B3C1-BE22C56E4E99}"/>
              </a:ext>
            </a:extLst>
          </p:cNvPr>
          <p:cNvSpPr>
            <a:spLocks noGrp="1"/>
          </p:cNvSpPr>
          <p:nvPr>
            <p:ph type="sldNum" sz="quarter" idx="5"/>
          </p:nvPr>
        </p:nvSpPr>
        <p:spPr/>
        <p:txBody>
          <a:bodyPr/>
          <a:lstStyle/>
          <a:p>
            <a:fld id="{B623D63E-6199-4A67-8D81-BA6C4D9EDEF8}" type="slidenum">
              <a:rPr kumimoji="1" lang="ja-JP" altLang="en-US" smtClean="0"/>
              <a:t>5</a:t>
            </a:fld>
            <a:endParaRPr kumimoji="1" lang="ja-JP" altLang="en-US"/>
          </a:p>
        </p:txBody>
      </p:sp>
    </p:spTree>
    <p:extLst>
      <p:ext uri="{BB962C8B-B14F-4D97-AF65-F5344CB8AC3E}">
        <p14:creationId xmlns:p14="http://schemas.microsoft.com/office/powerpoint/2010/main" val="1666298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システム処理の流れはずのようになっており</a:t>
            </a:r>
          </a:p>
        </p:txBody>
      </p:sp>
      <p:sp>
        <p:nvSpPr>
          <p:cNvPr id="4" name="スライド番号プレースホルダー 3"/>
          <p:cNvSpPr>
            <a:spLocks noGrp="1"/>
          </p:cNvSpPr>
          <p:nvPr>
            <p:ph type="sldNum" sz="quarter" idx="5"/>
          </p:nvPr>
        </p:nvSpPr>
        <p:spPr/>
        <p:txBody>
          <a:bodyPr/>
          <a:lstStyle/>
          <a:p>
            <a:fld id="{B623D63E-6199-4A67-8D81-BA6C4D9EDEF8}" type="slidenum">
              <a:rPr kumimoji="1" lang="ja-JP" altLang="en-US" smtClean="0"/>
              <a:t>7</a:t>
            </a:fld>
            <a:endParaRPr kumimoji="1" lang="ja-JP" altLang="en-US"/>
          </a:p>
        </p:txBody>
      </p:sp>
    </p:spTree>
    <p:extLst>
      <p:ext uri="{BB962C8B-B14F-4D97-AF65-F5344CB8AC3E}">
        <p14:creationId xmlns:p14="http://schemas.microsoft.com/office/powerpoint/2010/main" val="2481286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07CEC-21E7-33FF-6811-1651017647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101DA09-4F78-E851-B4AC-CBE1719EB63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F179F41-A473-D3CD-52F8-00445E5DC44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44A5494-F49B-EBD4-7ED7-BC354D910C07}"/>
              </a:ext>
            </a:extLst>
          </p:cNvPr>
          <p:cNvSpPr>
            <a:spLocks noGrp="1"/>
          </p:cNvSpPr>
          <p:nvPr>
            <p:ph type="sldNum" sz="quarter" idx="5"/>
          </p:nvPr>
        </p:nvSpPr>
        <p:spPr/>
        <p:txBody>
          <a:bodyPr/>
          <a:lstStyle/>
          <a:p>
            <a:fld id="{B623D63E-6199-4A67-8D81-BA6C4D9EDEF8}" type="slidenum">
              <a:rPr kumimoji="1" lang="ja-JP" altLang="en-US" smtClean="0"/>
              <a:t>11</a:t>
            </a:fld>
            <a:endParaRPr kumimoji="1" lang="ja-JP" altLang="en-US"/>
          </a:p>
        </p:txBody>
      </p:sp>
    </p:spTree>
    <p:extLst>
      <p:ext uri="{BB962C8B-B14F-4D97-AF65-F5344CB8AC3E}">
        <p14:creationId xmlns:p14="http://schemas.microsoft.com/office/powerpoint/2010/main" val="467321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623D63E-6199-4A67-8D81-BA6C4D9EDEF8}" type="slidenum">
              <a:rPr kumimoji="1" lang="ja-JP" altLang="en-US" smtClean="0"/>
              <a:t>12</a:t>
            </a:fld>
            <a:endParaRPr kumimoji="1" lang="ja-JP" altLang="en-US"/>
          </a:p>
        </p:txBody>
      </p:sp>
    </p:spTree>
    <p:extLst>
      <p:ext uri="{BB962C8B-B14F-4D97-AF65-F5344CB8AC3E}">
        <p14:creationId xmlns:p14="http://schemas.microsoft.com/office/powerpoint/2010/main" val="2644793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088EF-A871-11FE-D64A-B3615A8096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018CAC7-B1F2-71FA-F496-22DCA66A37D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ABF3EFA-93C3-A69F-85E5-C3DA870A433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299B257-AFD5-7360-5970-99A6060E0201}"/>
              </a:ext>
            </a:extLst>
          </p:cNvPr>
          <p:cNvSpPr>
            <a:spLocks noGrp="1"/>
          </p:cNvSpPr>
          <p:nvPr>
            <p:ph type="sldNum" sz="quarter" idx="5"/>
          </p:nvPr>
        </p:nvSpPr>
        <p:spPr/>
        <p:txBody>
          <a:bodyPr/>
          <a:lstStyle/>
          <a:p>
            <a:fld id="{B623D63E-6199-4A67-8D81-BA6C4D9EDEF8}" type="slidenum">
              <a:rPr kumimoji="1" lang="ja-JP" altLang="en-US" smtClean="0"/>
              <a:t>13</a:t>
            </a:fld>
            <a:endParaRPr kumimoji="1" lang="ja-JP" altLang="en-US"/>
          </a:p>
        </p:txBody>
      </p:sp>
    </p:spTree>
    <p:extLst>
      <p:ext uri="{BB962C8B-B14F-4D97-AF65-F5344CB8AC3E}">
        <p14:creationId xmlns:p14="http://schemas.microsoft.com/office/powerpoint/2010/main" val="2289135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4/22/26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Tree>
    <p:extLst>
      <p:ext uri="{BB962C8B-B14F-4D97-AF65-F5344CB8AC3E}">
        <p14:creationId xmlns:p14="http://schemas.microsoft.com/office/powerpoint/2010/main" val="4131496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4/22/26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841551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4/22/26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386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4/22/26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253753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4/22/26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296525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4/22/26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264505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4/22/26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047756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4/22/26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212646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4/22/26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961040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4/22/26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845975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4/22/26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84240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4/22/26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163293502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340CE-AB16-46F2-C11D-46090DEECD73}"/>
              </a:ext>
            </a:extLst>
          </p:cNvPr>
          <p:cNvSpPr>
            <a:spLocks noGrp="1"/>
          </p:cNvSpPr>
          <p:nvPr>
            <p:ph type="ctrTitle"/>
          </p:nvPr>
        </p:nvSpPr>
        <p:spPr/>
        <p:txBody>
          <a:bodyPr/>
          <a:lstStyle/>
          <a:p>
            <a:r>
              <a:rPr lang="ja-JP" altLang="en-US" b="1">
                <a:ea typeface="游ゴシック Light"/>
              </a:rPr>
              <a:t>中間発表</a:t>
            </a:r>
          </a:p>
        </p:txBody>
      </p:sp>
      <p:sp>
        <p:nvSpPr>
          <p:cNvPr id="3" name="字幕 2">
            <a:extLst>
              <a:ext uri="{FF2B5EF4-FFF2-40B4-BE49-F238E27FC236}">
                <a16:creationId xmlns:a16="http://schemas.microsoft.com/office/drawing/2014/main" id="{4BE0B7CF-B873-AA51-115F-764F0E9B3BFD}"/>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607066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0E884F-69C8-85BF-32AE-FB65456F3DD1}"/>
              </a:ext>
            </a:extLst>
          </p:cNvPr>
          <p:cNvSpPr>
            <a:spLocks noGrp="1"/>
          </p:cNvSpPr>
          <p:nvPr>
            <p:ph type="title"/>
          </p:nvPr>
        </p:nvSpPr>
        <p:spPr>
          <a:xfrm>
            <a:off x="637032" y="1791589"/>
            <a:ext cx="10515600" cy="1325563"/>
          </a:xfrm>
        </p:spPr>
        <p:txBody>
          <a:bodyPr/>
          <a:lstStyle/>
          <a:p>
            <a:r>
              <a:rPr kumimoji="1" lang="ja-JP" altLang="en-US"/>
              <a:t>１．要求仕様</a:t>
            </a:r>
          </a:p>
        </p:txBody>
      </p:sp>
    </p:spTree>
    <p:extLst>
      <p:ext uri="{BB962C8B-B14F-4D97-AF65-F5344CB8AC3E}">
        <p14:creationId xmlns:p14="http://schemas.microsoft.com/office/powerpoint/2010/main" val="939182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1142A-DA8A-DDFC-5E39-772A48401676}"/>
              </a:ext>
            </a:extLst>
          </p:cNvPr>
          <p:cNvSpPr>
            <a:spLocks noGrp="1"/>
          </p:cNvSpPr>
          <p:nvPr>
            <p:ph type="title"/>
          </p:nvPr>
        </p:nvSpPr>
        <p:spPr/>
        <p:txBody>
          <a:bodyPr anchor="ctr">
            <a:normAutofit/>
          </a:bodyPr>
          <a:lstStyle/>
          <a:p>
            <a:r>
              <a:rPr lang="ja-JP" altLang="en-US"/>
              <a:t>システムの概要</a:t>
            </a:r>
            <a:endParaRPr kumimoji="1" lang="en-US"/>
          </a:p>
        </p:txBody>
      </p:sp>
      <p:graphicFrame>
        <p:nvGraphicFramePr>
          <p:cNvPr id="26" name="Content Placeholder 2">
            <a:extLst>
              <a:ext uri="{FF2B5EF4-FFF2-40B4-BE49-F238E27FC236}">
                <a16:creationId xmlns:a16="http://schemas.microsoft.com/office/drawing/2014/main" id="{FAED0805-2C75-899D-4CB4-7E7A28314491}"/>
              </a:ext>
            </a:extLst>
          </p:cNvPr>
          <p:cNvGraphicFramePr>
            <a:graphicFrameLocks noGrp="1"/>
          </p:cNvGraphicFramePr>
          <p:nvPr>
            <p:ph idx="1"/>
            <p:extLst>
              <p:ext uri="{D42A27DB-BD31-4B8C-83A1-F6EECF244321}">
                <p14:modId xmlns:p14="http://schemas.microsoft.com/office/powerpoint/2010/main" val="268937058"/>
              </p:ext>
            </p:extLst>
          </p:nvPr>
        </p:nvGraphicFramePr>
        <p:xfrm>
          <a:off x="1116013" y="2478088"/>
          <a:ext cx="10167937" cy="3694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1748006D-DFEA-20CB-0F49-C7F358795B92}"/>
              </a:ext>
            </a:extLst>
          </p:cNvPr>
          <p:cNvSpPr>
            <a:spLocks noGrp="1"/>
          </p:cNvSpPr>
          <p:nvPr>
            <p:ph type="dt" sz="half" idx="10"/>
          </p:nvPr>
        </p:nvSpPr>
        <p:spPr/>
        <p:txBody>
          <a:bodyPr anchor="ctr">
            <a:normAutofit/>
          </a:bodyPr>
          <a:lstStyle/>
          <a:p>
            <a:pPr>
              <a:spcAft>
                <a:spcPts val="600"/>
              </a:spcAft>
            </a:pPr>
            <a:fld id="{50BFFCF2-78AC-4A48-880E-56F03AC1E0B4}" type="datetime1">
              <a:rPr lang="ja-JP" altLang="en-US" smtClean="0"/>
              <a:pPr>
                <a:spcAft>
                  <a:spcPts val="600"/>
                </a:spcAft>
              </a:pPr>
              <a:t>2026/4/22</a:t>
            </a:fld>
            <a:endParaRPr lang="en-US"/>
          </a:p>
        </p:txBody>
      </p:sp>
      <p:sp>
        <p:nvSpPr>
          <p:cNvPr id="31" name="Footer Placeholder 4">
            <a:extLst>
              <a:ext uri="{FF2B5EF4-FFF2-40B4-BE49-F238E27FC236}">
                <a16:creationId xmlns:a16="http://schemas.microsoft.com/office/drawing/2014/main" id="{3D1B5B58-B817-79B0-2801-0D071E556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B3370B-5313-454C-F7B8-A51307C23794}"/>
              </a:ext>
            </a:extLst>
          </p:cNvPr>
          <p:cNvSpPr>
            <a:spLocks noGrp="1"/>
          </p:cNvSpPr>
          <p:nvPr>
            <p:ph type="sldNum" sz="quarter" idx="12"/>
          </p:nvPr>
        </p:nvSpPr>
        <p:spPr/>
        <p:txBody>
          <a:bodyPr anchor="ctr">
            <a:normAutofit/>
          </a:bodyPr>
          <a:lstStyle/>
          <a:p>
            <a:pPr>
              <a:spcAft>
                <a:spcPts val="600"/>
              </a:spcAft>
            </a:pPr>
            <a:fld id="{A65A5C87-DF58-40C8-B092-1DE63DB4547E}" type="slidenum">
              <a:rPr lang="en-US" smtClean="0"/>
              <a:pPr>
                <a:spcAft>
                  <a:spcPts val="600"/>
                </a:spcAft>
              </a:pPr>
              <a:t>3</a:t>
            </a:fld>
            <a:endParaRPr lang="en-US"/>
          </a:p>
        </p:txBody>
      </p:sp>
    </p:spTree>
    <p:extLst>
      <p:ext uri="{BB962C8B-B14F-4D97-AF65-F5344CB8AC3E}">
        <p14:creationId xmlns:p14="http://schemas.microsoft.com/office/powerpoint/2010/main" val="867027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A6AA3-EBDE-79D9-3948-74E3006FC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06F47-591D-F65C-E14F-530F8A7C6A21}"/>
              </a:ext>
            </a:extLst>
          </p:cNvPr>
          <p:cNvSpPr>
            <a:spLocks noGrp="1"/>
          </p:cNvSpPr>
          <p:nvPr>
            <p:ph type="title"/>
          </p:nvPr>
        </p:nvSpPr>
        <p:spPr/>
        <p:txBody>
          <a:bodyPr anchor="t">
            <a:normAutofit/>
          </a:bodyPr>
          <a:lstStyle/>
          <a:p>
            <a:r>
              <a:rPr kumimoji="1" lang="ja-JP" altLang="en-US"/>
              <a:t>要求仕様</a:t>
            </a:r>
            <a:endParaRPr kumimoji="1" lang="en-US"/>
          </a:p>
        </p:txBody>
      </p:sp>
      <p:graphicFrame>
        <p:nvGraphicFramePr>
          <p:cNvPr id="8" name="Content Placeholder 2">
            <a:extLst>
              <a:ext uri="{FF2B5EF4-FFF2-40B4-BE49-F238E27FC236}">
                <a16:creationId xmlns:a16="http://schemas.microsoft.com/office/drawing/2014/main" id="{DBCF5A04-271F-9CE6-2C60-0F63893979C5}"/>
              </a:ext>
            </a:extLst>
          </p:cNvPr>
          <p:cNvGraphicFramePr>
            <a:graphicFrameLocks noGrp="1"/>
          </p:cNvGraphicFramePr>
          <p:nvPr>
            <p:ph idx="1"/>
            <p:extLst>
              <p:ext uri="{D42A27DB-BD31-4B8C-83A1-F6EECF244321}">
                <p14:modId xmlns:p14="http://schemas.microsoft.com/office/powerpoint/2010/main" val="1589913436"/>
              </p:ext>
            </p:extLst>
          </p:nvPr>
        </p:nvGraphicFramePr>
        <p:xfrm>
          <a:off x="4965700" y="1709738"/>
          <a:ext cx="7050289" cy="42660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 Placeholder 3">
            <a:extLst>
              <a:ext uri="{FF2B5EF4-FFF2-40B4-BE49-F238E27FC236}">
                <a16:creationId xmlns:a16="http://schemas.microsoft.com/office/drawing/2014/main" id="{EC7CF8CC-11C9-79F8-7A83-F0FEF894FECB}"/>
              </a:ext>
            </a:extLst>
          </p:cNvPr>
          <p:cNvSpPr>
            <a:spLocks noGrp="1"/>
          </p:cNvSpPr>
          <p:nvPr>
            <p:ph type="body" sz="half" idx="2"/>
          </p:nvPr>
        </p:nvSpPr>
        <p:spPr/>
        <p:txBody>
          <a:bodyPr/>
          <a:lstStyle/>
          <a:p>
            <a:endParaRPr lang="en-US"/>
          </a:p>
        </p:txBody>
      </p:sp>
      <p:sp>
        <p:nvSpPr>
          <p:cNvPr id="4" name="Date Placeholder 3">
            <a:extLst>
              <a:ext uri="{FF2B5EF4-FFF2-40B4-BE49-F238E27FC236}">
                <a16:creationId xmlns:a16="http://schemas.microsoft.com/office/drawing/2014/main" id="{BDD22ED7-A5E3-8DA3-73D4-C27253EBE5A0}"/>
              </a:ext>
            </a:extLst>
          </p:cNvPr>
          <p:cNvSpPr>
            <a:spLocks noGrp="1"/>
          </p:cNvSpPr>
          <p:nvPr>
            <p:ph type="dt" sz="half" idx="10"/>
          </p:nvPr>
        </p:nvSpPr>
        <p:spPr/>
        <p:txBody>
          <a:bodyPr anchor="ctr">
            <a:normAutofit/>
          </a:bodyPr>
          <a:lstStyle/>
          <a:p>
            <a:pPr>
              <a:spcAft>
                <a:spcPts val="600"/>
              </a:spcAft>
            </a:pPr>
            <a:fld id="{50BFFCF2-78AC-4A48-880E-56F03AC1E0B4}" type="datetime1">
              <a:rPr lang="ja-JP" altLang="en-US"/>
              <a:pPr>
                <a:spcAft>
                  <a:spcPts val="600"/>
                </a:spcAft>
              </a:pPr>
              <a:t>2026/4/22</a:t>
            </a:fld>
            <a:endParaRPr lang="en-US"/>
          </a:p>
        </p:txBody>
      </p:sp>
      <p:sp>
        <p:nvSpPr>
          <p:cNvPr id="14" name="Footer Placeholder 5">
            <a:extLst>
              <a:ext uri="{FF2B5EF4-FFF2-40B4-BE49-F238E27FC236}">
                <a16:creationId xmlns:a16="http://schemas.microsoft.com/office/drawing/2014/main" id="{A711554E-6604-CC71-1481-A732949E1C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17C8BF-3E98-3049-D099-EAEEFA3200DD}"/>
              </a:ext>
            </a:extLst>
          </p:cNvPr>
          <p:cNvSpPr>
            <a:spLocks noGrp="1"/>
          </p:cNvSpPr>
          <p:nvPr>
            <p:ph type="sldNum" sz="quarter" idx="12"/>
          </p:nvPr>
        </p:nvSpPr>
        <p:spPr/>
        <p:txBody>
          <a:bodyPr anchor="ctr">
            <a:normAutofit/>
          </a:bodyPr>
          <a:lstStyle/>
          <a:p>
            <a:pPr>
              <a:spcAft>
                <a:spcPts val="600"/>
              </a:spcAft>
            </a:pPr>
            <a:fld id="{A65A5C87-DF58-40C8-B092-1DE63DB4547E}" type="slidenum">
              <a:rPr lang="en-US" dirty="0"/>
              <a:pPr>
                <a:spcAft>
                  <a:spcPts val="600"/>
                </a:spcAft>
              </a:pPr>
              <a:t>4</a:t>
            </a:fld>
            <a:endParaRPr lang="en-US"/>
          </a:p>
        </p:txBody>
      </p:sp>
    </p:spTree>
    <p:extLst>
      <p:ext uri="{BB962C8B-B14F-4D97-AF65-F5344CB8AC3E}">
        <p14:creationId xmlns:p14="http://schemas.microsoft.com/office/powerpoint/2010/main" val="3700119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6C365-C695-B9B7-08CB-5946F391E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EABCE-DE04-8AF0-8361-B5C646A755AA}"/>
              </a:ext>
            </a:extLst>
          </p:cNvPr>
          <p:cNvSpPr>
            <a:spLocks noGrp="1"/>
          </p:cNvSpPr>
          <p:nvPr>
            <p:ph type="title"/>
          </p:nvPr>
        </p:nvSpPr>
        <p:spPr/>
        <p:txBody>
          <a:bodyPr anchor="ctr">
            <a:normAutofit/>
          </a:bodyPr>
          <a:lstStyle/>
          <a:p>
            <a:r>
              <a:rPr kumimoji="1" lang="ja-JP" altLang="en-US"/>
              <a:t>想定する利用者</a:t>
            </a:r>
            <a:endParaRPr kumimoji="1" lang="en-US"/>
          </a:p>
        </p:txBody>
      </p:sp>
      <p:sp>
        <p:nvSpPr>
          <p:cNvPr id="3" name="Content Placeholder 2">
            <a:extLst>
              <a:ext uri="{FF2B5EF4-FFF2-40B4-BE49-F238E27FC236}">
                <a16:creationId xmlns:a16="http://schemas.microsoft.com/office/drawing/2014/main" id="{FBB2E2C1-3EAF-B0FD-AAE5-A8EE17FB474D}"/>
              </a:ext>
            </a:extLst>
          </p:cNvPr>
          <p:cNvSpPr>
            <a:spLocks noGrp="1"/>
          </p:cNvSpPr>
          <p:nvPr>
            <p:ph sz="half" idx="1"/>
          </p:nvPr>
        </p:nvSpPr>
        <p:spPr/>
        <p:txBody>
          <a:bodyPr>
            <a:normAutofit/>
          </a:bodyPr>
          <a:lstStyle/>
          <a:p>
            <a:r>
              <a:rPr lang="ja-JP" altLang="en-US"/>
              <a:t>夜更かしなどで生活リズムが乱れがちな人</a:t>
            </a:r>
            <a:endParaRPr lang="en-US" altLang="ja-JP"/>
          </a:p>
          <a:p>
            <a:r>
              <a:rPr lang="ja-JP" altLang="en-US"/>
              <a:t>朝起きるのが苦手で目覚めに工夫が必要な人</a:t>
            </a:r>
            <a:endParaRPr lang="en-US" altLang="ja-JP"/>
          </a:p>
          <a:p>
            <a:r>
              <a:rPr lang="ja-JP" altLang="en-US"/>
              <a:t>電車通学で遅延の影響を受けやすい大学生</a:t>
            </a:r>
            <a:endParaRPr kumimoji="1" lang="en-US"/>
          </a:p>
        </p:txBody>
      </p:sp>
      <p:pic>
        <p:nvPicPr>
          <p:cNvPr id="7" name="コンテンツ プレースホルダー 6">
            <a:extLst>
              <a:ext uri="{FF2B5EF4-FFF2-40B4-BE49-F238E27FC236}">
                <a16:creationId xmlns:a16="http://schemas.microsoft.com/office/drawing/2014/main" id="{6AE164AD-E44D-B3ED-FFD4-CFBCD0B8CC2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51853" y="2478088"/>
            <a:ext cx="4925482" cy="3694112"/>
          </a:xfrm>
          <a:prstGeom prst="rect">
            <a:avLst/>
          </a:prstGeom>
        </p:spPr>
      </p:pic>
      <p:sp>
        <p:nvSpPr>
          <p:cNvPr id="4" name="Date Placeholder 3">
            <a:extLst>
              <a:ext uri="{FF2B5EF4-FFF2-40B4-BE49-F238E27FC236}">
                <a16:creationId xmlns:a16="http://schemas.microsoft.com/office/drawing/2014/main" id="{F81695C6-4248-89F7-F643-39C3B7D64B43}"/>
              </a:ext>
            </a:extLst>
          </p:cNvPr>
          <p:cNvSpPr>
            <a:spLocks noGrp="1"/>
          </p:cNvSpPr>
          <p:nvPr>
            <p:ph type="dt" sz="half" idx="10"/>
          </p:nvPr>
        </p:nvSpPr>
        <p:spPr/>
        <p:txBody>
          <a:bodyPr anchor="ctr">
            <a:normAutofit/>
          </a:bodyPr>
          <a:lstStyle/>
          <a:p>
            <a:pPr>
              <a:spcAft>
                <a:spcPts val="600"/>
              </a:spcAft>
            </a:pPr>
            <a:fld id="{50BFFCF2-78AC-4A48-880E-56F03AC1E0B4}" type="datetime1">
              <a:rPr lang="ja-JP" altLang="en-US"/>
              <a:pPr>
                <a:spcAft>
                  <a:spcPts val="600"/>
                </a:spcAft>
              </a:pPr>
              <a:t>2026/4/22</a:t>
            </a:fld>
            <a:endParaRPr lang="en-US"/>
          </a:p>
        </p:txBody>
      </p:sp>
      <p:sp>
        <p:nvSpPr>
          <p:cNvPr id="13" name="Footer Placeholder 5">
            <a:extLst>
              <a:ext uri="{FF2B5EF4-FFF2-40B4-BE49-F238E27FC236}">
                <a16:creationId xmlns:a16="http://schemas.microsoft.com/office/drawing/2014/main" id="{CC8F0A4F-3A84-550D-2C67-B8DC9B1322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826AE0-8045-F928-5151-A6472E128262}"/>
              </a:ext>
            </a:extLst>
          </p:cNvPr>
          <p:cNvSpPr>
            <a:spLocks noGrp="1"/>
          </p:cNvSpPr>
          <p:nvPr>
            <p:ph type="sldNum" sz="quarter" idx="12"/>
          </p:nvPr>
        </p:nvSpPr>
        <p:spPr/>
        <p:txBody>
          <a:bodyPr anchor="ctr">
            <a:normAutofit/>
          </a:bodyPr>
          <a:lstStyle/>
          <a:p>
            <a:pPr>
              <a:spcAft>
                <a:spcPts val="600"/>
              </a:spcAft>
            </a:pPr>
            <a:fld id="{A65A5C87-DF58-40C8-B092-1DE63DB4547E}" type="slidenum">
              <a:rPr lang="en-US" dirty="0"/>
              <a:pPr>
                <a:spcAft>
                  <a:spcPts val="600"/>
                </a:spcAft>
              </a:pPr>
              <a:t>5</a:t>
            </a:fld>
            <a:endParaRPr lang="en-US"/>
          </a:p>
        </p:txBody>
      </p:sp>
    </p:spTree>
    <p:extLst>
      <p:ext uri="{BB962C8B-B14F-4D97-AF65-F5344CB8AC3E}">
        <p14:creationId xmlns:p14="http://schemas.microsoft.com/office/powerpoint/2010/main" val="3536334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E9261-CD60-ADF7-BEAF-7C618180768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D93745-B3C2-39C0-2B95-71943F71F166}"/>
              </a:ext>
            </a:extLst>
          </p:cNvPr>
          <p:cNvSpPr>
            <a:spLocks noGrp="1"/>
          </p:cNvSpPr>
          <p:nvPr>
            <p:ph type="title"/>
          </p:nvPr>
        </p:nvSpPr>
        <p:spPr>
          <a:xfrm>
            <a:off x="637032" y="1791589"/>
            <a:ext cx="10515600" cy="1325563"/>
          </a:xfrm>
        </p:spPr>
        <p:txBody>
          <a:bodyPr/>
          <a:lstStyle/>
          <a:p>
            <a:r>
              <a:rPr kumimoji="1" lang="ja-JP" altLang="en-US"/>
              <a:t>２．設計</a:t>
            </a:r>
          </a:p>
        </p:txBody>
      </p:sp>
    </p:spTree>
    <p:extLst>
      <p:ext uri="{BB962C8B-B14F-4D97-AF65-F5344CB8AC3E}">
        <p14:creationId xmlns:p14="http://schemas.microsoft.com/office/powerpoint/2010/main" val="1312482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946DC-7D8A-8804-E94F-E1F9E4EA82B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6A32B1-7EB1-72E6-FC2E-A865599C84A7}"/>
              </a:ext>
            </a:extLst>
          </p:cNvPr>
          <p:cNvSpPr>
            <a:spLocks noGrp="1"/>
          </p:cNvSpPr>
          <p:nvPr>
            <p:ph type="title"/>
          </p:nvPr>
        </p:nvSpPr>
        <p:spPr>
          <a:xfrm>
            <a:off x="826810" y="616585"/>
            <a:ext cx="10168128" cy="1179576"/>
          </a:xfrm>
        </p:spPr>
        <p:txBody>
          <a:bodyPr anchor="ctr">
            <a:normAutofit/>
          </a:bodyPr>
          <a:lstStyle/>
          <a:p>
            <a:r>
              <a:rPr lang="ja-JP"/>
              <a:t>システム処理の流れ</a:t>
            </a:r>
          </a:p>
        </p:txBody>
      </p:sp>
      <p:sp>
        <p:nvSpPr>
          <p:cNvPr id="4" name="日付プレースホルダー 3">
            <a:extLst>
              <a:ext uri="{FF2B5EF4-FFF2-40B4-BE49-F238E27FC236}">
                <a16:creationId xmlns:a16="http://schemas.microsoft.com/office/drawing/2014/main" id="{6F517EB2-0337-2478-1B0D-1FB05659312D}"/>
              </a:ext>
            </a:extLst>
          </p:cNvPr>
          <p:cNvSpPr>
            <a:spLocks noGrp="1"/>
          </p:cNvSpPr>
          <p:nvPr>
            <p:ph type="dt" sz="half" idx="10"/>
          </p:nvPr>
        </p:nvSpPr>
        <p:spPr>
          <a:xfrm>
            <a:off x="1115568" y="6356350"/>
            <a:ext cx="2743200" cy="365125"/>
          </a:xfrm>
        </p:spPr>
        <p:txBody>
          <a:bodyPr anchor="ctr">
            <a:normAutofit/>
          </a:bodyPr>
          <a:lstStyle/>
          <a:p>
            <a:pPr>
              <a:spcAft>
                <a:spcPts val="600"/>
              </a:spcAft>
            </a:pPr>
            <a:fld id="{9EBBC708-4A6D-4C71-9D3B-28D79ABE82F3}" type="datetime1">
              <a:rPr lang="en-US" altLang="ja-JP" smtClean="0"/>
              <a:pPr>
                <a:spcAft>
                  <a:spcPts val="600"/>
                </a:spcAft>
              </a:pPr>
              <a:t>4/22/26</a:t>
            </a:fld>
            <a:endParaRPr lang="en-US"/>
          </a:p>
        </p:txBody>
      </p:sp>
      <p:sp>
        <p:nvSpPr>
          <p:cNvPr id="20" name="Footer Placeholder 4">
            <a:extLst>
              <a:ext uri="{FF2B5EF4-FFF2-40B4-BE49-F238E27FC236}">
                <a16:creationId xmlns:a16="http://schemas.microsoft.com/office/drawing/2014/main" id="{177D1F29-DA05-567E-9DB5-ACE66FF0CBBD}"/>
              </a:ext>
            </a:extLst>
          </p:cNvPr>
          <p:cNvSpPr>
            <a:spLocks noGrp="1"/>
          </p:cNvSpPr>
          <p:nvPr>
            <p:ph type="ftr" sz="quarter" idx="11"/>
          </p:nvPr>
        </p:nvSpPr>
        <p:spPr>
          <a:xfrm>
            <a:off x="4038600" y="6356350"/>
            <a:ext cx="4114800" cy="365125"/>
          </a:xfrm>
        </p:spPr>
        <p:txBody>
          <a:bodyPr/>
          <a:lstStyle/>
          <a:p>
            <a:endParaRPr lang="en-US"/>
          </a:p>
        </p:txBody>
      </p:sp>
      <p:sp>
        <p:nvSpPr>
          <p:cNvPr id="6" name="スライド番号プレースホルダー 5">
            <a:extLst>
              <a:ext uri="{FF2B5EF4-FFF2-40B4-BE49-F238E27FC236}">
                <a16:creationId xmlns:a16="http://schemas.microsoft.com/office/drawing/2014/main" id="{FDAC5694-80B3-56C3-185F-C75DB385B8E6}"/>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smtClean="0"/>
              <a:pPr>
                <a:spcAft>
                  <a:spcPts val="600"/>
                </a:spcAft>
              </a:pPr>
              <a:t>7</a:t>
            </a:fld>
            <a:endParaRPr lang="en-US"/>
          </a:p>
        </p:txBody>
      </p:sp>
      <p:pic>
        <p:nvPicPr>
          <p:cNvPr id="18" name="コンテンツ プレースホルダー 17">
            <a:extLst>
              <a:ext uri="{FF2B5EF4-FFF2-40B4-BE49-F238E27FC236}">
                <a16:creationId xmlns:a16="http://schemas.microsoft.com/office/drawing/2014/main" id="{89426748-D679-BA59-3C3F-A6A99E5F454E}"/>
              </a:ext>
            </a:extLst>
          </p:cNvPr>
          <p:cNvPicPr>
            <a:picLocks noGrp="1" noChangeAspect="1"/>
          </p:cNvPicPr>
          <p:nvPr>
            <p:ph idx="1"/>
          </p:nvPr>
        </p:nvPicPr>
        <p:blipFill>
          <a:blip r:embed="rId3"/>
          <a:stretch>
            <a:fillRect/>
          </a:stretch>
        </p:blipFill>
        <p:spPr>
          <a:xfrm>
            <a:off x="8670210" y="1671898"/>
            <a:ext cx="2324728" cy="2187980"/>
          </a:xfrm>
        </p:spPr>
      </p:pic>
      <p:pic>
        <p:nvPicPr>
          <p:cNvPr id="19" name="図 18">
            <a:extLst>
              <a:ext uri="{FF2B5EF4-FFF2-40B4-BE49-F238E27FC236}">
                <a16:creationId xmlns:a16="http://schemas.microsoft.com/office/drawing/2014/main" id="{F89369CB-7323-1CE2-C2B1-07D6FBEB784B}"/>
              </a:ext>
            </a:extLst>
          </p:cNvPr>
          <p:cNvPicPr>
            <a:picLocks noChangeAspect="1"/>
          </p:cNvPicPr>
          <p:nvPr/>
        </p:nvPicPr>
        <p:blipFill>
          <a:blip r:embed="rId4"/>
          <a:stretch>
            <a:fillRect/>
          </a:stretch>
        </p:blipFill>
        <p:spPr>
          <a:xfrm>
            <a:off x="8825715" y="4716648"/>
            <a:ext cx="1639702" cy="1639702"/>
          </a:xfrm>
          <a:prstGeom prst="rect">
            <a:avLst/>
          </a:prstGeom>
        </p:spPr>
      </p:pic>
      <p:pic>
        <p:nvPicPr>
          <p:cNvPr id="21" name="図 20">
            <a:extLst>
              <a:ext uri="{FF2B5EF4-FFF2-40B4-BE49-F238E27FC236}">
                <a16:creationId xmlns:a16="http://schemas.microsoft.com/office/drawing/2014/main" id="{9DFABC1F-0665-E9F9-87B6-36372E14A347}"/>
              </a:ext>
            </a:extLst>
          </p:cNvPr>
          <p:cNvPicPr>
            <a:picLocks noChangeAspect="1"/>
          </p:cNvPicPr>
          <p:nvPr/>
        </p:nvPicPr>
        <p:blipFill>
          <a:blip r:embed="rId5"/>
          <a:stretch>
            <a:fillRect/>
          </a:stretch>
        </p:blipFill>
        <p:spPr>
          <a:xfrm>
            <a:off x="4959060" y="4825299"/>
            <a:ext cx="1422400" cy="1422400"/>
          </a:xfrm>
          <a:prstGeom prst="rect">
            <a:avLst/>
          </a:prstGeom>
        </p:spPr>
      </p:pic>
      <p:pic>
        <p:nvPicPr>
          <p:cNvPr id="22" name="図 21">
            <a:extLst>
              <a:ext uri="{FF2B5EF4-FFF2-40B4-BE49-F238E27FC236}">
                <a16:creationId xmlns:a16="http://schemas.microsoft.com/office/drawing/2014/main" id="{40295CE9-374E-16DB-A3C6-5D5C63ABA592}"/>
              </a:ext>
            </a:extLst>
          </p:cNvPr>
          <p:cNvPicPr>
            <a:picLocks noChangeAspect="1"/>
          </p:cNvPicPr>
          <p:nvPr/>
        </p:nvPicPr>
        <p:blipFill>
          <a:blip r:embed="rId6"/>
          <a:stretch>
            <a:fillRect/>
          </a:stretch>
        </p:blipFill>
        <p:spPr>
          <a:xfrm>
            <a:off x="2507125" y="3091309"/>
            <a:ext cx="1531475" cy="1701639"/>
          </a:xfrm>
          <a:prstGeom prst="rect">
            <a:avLst/>
          </a:prstGeom>
        </p:spPr>
      </p:pic>
      <p:pic>
        <p:nvPicPr>
          <p:cNvPr id="26" name="図 25">
            <a:extLst>
              <a:ext uri="{FF2B5EF4-FFF2-40B4-BE49-F238E27FC236}">
                <a16:creationId xmlns:a16="http://schemas.microsoft.com/office/drawing/2014/main" id="{48173F91-3A3B-7A45-52C4-ECDA987EE4EC}"/>
              </a:ext>
            </a:extLst>
          </p:cNvPr>
          <p:cNvPicPr>
            <a:picLocks noChangeAspect="1"/>
          </p:cNvPicPr>
          <p:nvPr/>
        </p:nvPicPr>
        <p:blipFill>
          <a:blip r:embed="rId7"/>
          <a:stretch>
            <a:fillRect/>
          </a:stretch>
        </p:blipFill>
        <p:spPr>
          <a:xfrm>
            <a:off x="4298223" y="2546154"/>
            <a:ext cx="2720807" cy="943213"/>
          </a:xfrm>
          <a:prstGeom prst="rect">
            <a:avLst/>
          </a:prstGeom>
        </p:spPr>
      </p:pic>
      <p:cxnSp>
        <p:nvCxnSpPr>
          <p:cNvPr id="28" name="直線矢印コネクタ 27">
            <a:extLst>
              <a:ext uri="{FF2B5EF4-FFF2-40B4-BE49-F238E27FC236}">
                <a16:creationId xmlns:a16="http://schemas.microsoft.com/office/drawing/2014/main" id="{038CE77B-4BF9-4882-8AD4-5AB215BD4954}"/>
              </a:ext>
            </a:extLst>
          </p:cNvPr>
          <p:cNvCxnSpPr>
            <a:cxnSpLocks/>
          </p:cNvCxnSpPr>
          <p:nvPr/>
        </p:nvCxnSpPr>
        <p:spPr>
          <a:xfrm>
            <a:off x="5658626" y="3859878"/>
            <a:ext cx="0" cy="8567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29" name="直線矢印コネクタ 28">
            <a:extLst>
              <a:ext uri="{FF2B5EF4-FFF2-40B4-BE49-F238E27FC236}">
                <a16:creationId xmlns:a16="http://schemas.microsoft.com/office/drawing/2014/main" id="{A7EDF265-AF86-9CD5-F96B-8537BFB484FC}"/>
              </a:ext>
            </a:extLst>
          </p:cNvPr>
          <p:cNvCxnSpPr>
            <a:cxnSpLocks/>
          </p:cNvCxnSpPr>
          <p:nvPr/>
        </p:nvCxnSpPr>
        <p:spPr>
          <a:xfrm>
            <a:off x="9644934" y="3859878"/>
            <a:ext cx="0" cy="8567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0315A5B4-E86B-36FB-A58C-BD4BF266D6E7}"/>
              </a:ext>
            </a:extLst>
          </p:cNvPr>
          <p:cNvCxnSpPr>
            <a:cxnSpLocks/>
          </p:cNvCxnSpPr>
          <p:nvPr/>
        </p:nvCxnSpPr>
        <p:spPr>
          <a:xfrm flipH="1">
            <a:off x="6200028" y="5567869"/>
            <a:ext cx="2625687"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32" name="直線矢印コネクタ 31">
            <a:extLst>
              <a:ext uri="{FF2B5EF4-FFF2-40B4-BE49-F238E27FC236}">
                <a16:creationId xmlns:a16="http://schemas.microsoft.com/office/drawing/2014/main" id="{762633A7-054A-CAEF-C83D-9A59444C7F0E}"/>
              </a:ext>
            </a:extLst>
          </p:cNvPr>
          <p:cNvCxnSpPr>
            <a:cxnSpLocks/>
          </p:cNvCxnSpPr>
          <p:nvPr/>
        </p:nvCxnSpPr>
        <p:spPr>
          <a:xfrm flipH="1">
            <a:off x="1938969" y="5536499"/>
            <a:ext cx="3043519"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36" name="テキスト ボックス 35">
            <a:extLst>
              <a:ext uri="{FF2B5EF4-FFF2-40B4-BE49-F238E27FC236}">
                <a16:creationId xmlns:a16="http://schemas.microsoft.com/office/drawing/2014/main" id="{EBCA7A15-3778-50BD-DF1F-EAFC309FFACF}"/>
              </a:ext>
            </a:extLst>
          </p:cNvPr>
          <p:cNvSpPr txBox="1"/>
          <p:nvPr/>
        </p:nvSpPr>
        <p:spPr>
          <a:xfrm>
            <a:off x="9090936" y="1122107"/>
            <a:ext cx="1107996" cy="369332"/>
          </a:xfrm>
          <a:prstGeom prst="rect">
            <a:avLst/>
          </a:prstGeom>
          <a:noFill/>
        </p:spPr>
        <p:txBody>
          <a:bodyPr wrap="none" rtlCol="0">
            <a:spAutoFit/>
          </a:bodyPr>
          <a:lstStyle/>
          <a:p>
            <a:r>
              <a:rPr kumimoji="1" lang="ja-JP" altLang="en-US" b="1"/>
              <a:t>ユーザー</a:t>
            </a:r>
          </a:p>
        </p:txBody>
      </p:sp>
      <p:sp>
        <p:nvSpPr>
          <p:cNvPr id="37" name="テキスト ボックス 36">
            <a:extLst>
              <a:ext uri="{FF2B5EF4-FFF2-40B4-BE49-F238E27FC236}">
                <a16:creationId xmlns:a16="http://schemas.microsoft.com/office/drawing/2014/main" id="{EAEADCE9-EDEA-3925-D591-BBB8F99BAF1A}"/>
              </a:ext>
            </a:extLst>
          </p:cNvPr>
          <p:cNvSpPr txBox="1"/>
          <p:nvPr/>
        </p:nvSpPr>
        <p:spPr>
          <a:xfrm>
            <a:off x="9719412" y="4103597"/>
            <a:ext cx="1800493" cy="369332"/>
          </a:xfrm>
          <a:prstGeom prst="rect">
            <a:avLst/>
          </a:prstGeom>
          <a:noFill/>
        </p:spPr>
        <p:txBody>
          <a:bodyPr wrap="none" rtlCol="0">
            <a:spAutoFit/>
          </a:bodyPr>
          <a:lstStyle/>
          <a:p>
            <a:r>
              <a:rPr kumimoji="1" lang="ja-JP" altLang="en-US"/>
              <a:t>各種情報を入力</a:t>
            </a:r>
          </a:p>
        </p:txBody>
      </p:sp>
      <p:sp>
        <p:nvSpPr>
          <p:cNvPr id="38" name="テキスト ボックス 37">
            <a:extLst>
              <a:ext uri="{FF2B5EF4-FFF2-40B4-BE49-F238E27FC236}">
                <a16:creationId xmlns:a16="http://schemas.microsoft.com/office/drawing/2014/main" id="{ACFD29DB-F7D6-9C5A-631B-EF2651674165}"/>
              </a:ext>
            </a:extLst>
          </p:cNvPr>
          <p:cNvSpPr txBox="1"/>
          <p:nvPr/>
        </p:nvSpPr>
        <p:spPr>
          <a:xfrm>
            <a:off x="6283757" y="5001436"/>
            <a:ext cx="2807179" cy="369332"/>
          </a:xfrm>
          <a:prstGeom prst="rect">
            <a:avLst/>
          </a:prstGeom>
          <a:noFill/>
        </p:spPr>
        <p:txBody>
          <a:bodyPr wrap="none" rtlCol="0">
            <a:spAutoFit/>
          </a:bodyPr>
          <a:lstStyle/>
          <a:p>
            <a:r>
              <a:rPr kumimoji="1" lang="ja-JP" altLang="en-US"/>
              <a:t>スプレッドシートで管理</a:t>
            </a:r>
          </a:p>
        </p:txBody>
      </p:sp>
      <p:sp>
        <p:nvSpPr>
          <p:cNvPr id="39" name="テキスト ボックス 38">
            <a:extLst>
              <a:ext uri="{FF2B5EF4-FFF2-40B4-BE49-F238E27FC236}">
                <a16:creationId xmlns:a16="http://schemas.microsoft.com/office/drawing/2014/main" id="{C8CBEE90-FBA9-2301-96F6-4307A00CCE5A}"/>
              </a:ext>
            </a:extLst>
          </p:cNvPr>
          <p:cNvSpPr txBox="1"/>
          <p:nvPr/>
        </p:nvSpPr>
        <p:spPr>
          <a:xfrm>
            <a:off x="5733104" y="4023699"/>
            <a:ext cx="1800493" cy="369332"/>
          </a:xfrm>
          <a:prstGeom prst="rect">
            <a:avLst/>
          </a:prstGeom>
          <a:noFill/>
        </p:spPr>
        <p:txBody>
          <a:bodyPr wrap="none" rtlCol="0">
            <a:spAutoFit/>
          </a:bodyPr>
          <a:lstStyle/>
          <a:p>
            <a:r>
              <a:rPr kumimoji="1" lang="ja-JP" altLang="en-US"/>
              <a:t>遅延状況を確認</a:t>
            </a:r>
          </a:p>
        </p:txBody>
      </p:sp>
      <p:sp>
        <p:nvSpPr>
          <p:cNvPr id="41" name="テキスト ボックス 40">
            <a:extLst>
              <a:ext uri="{FF2B5EF4-FFF2-40B4-BE49-F238E27FC236}">
                <a16:creationId xmlns:a16="http://schemas.microsoft.com/office/drawing/2014/main" id="{9CF62F44-1CBA-26E9-6F47-11093EBEF604}"/>
              </a:ext>
            </a:extLst>
          </p:cNvPr>
          <p:cNvSpPr txBox="1"/>
          <p:nvPr/>
        </p:nvSpPr>
        <p:spPr>
          <a:xfrm>
            <a:off x="2102379" y="5001214"/>
            <a:ext cx="2546274" cy="369332"/>
          </a:xfrm>
          <a:prstGeom prst="rect">
            <a:avLst/>
          </a:prstGeom>
          <a:noFill/>
        </p:spPr>
        <p:txBody>
          <a:bodyPr wrap="none" rtlCol="0">
            <a:spAutoFit/>
          </a:bodyPr>
          <a:lstStyle/>
          <a:p>
            <a:r>
              <a:rPr kumimoji="1" lang="en-US" altLang="ja-JP" dirty="0"/>
              <a:t>Remo3</a:t>
            </a:r>
            <a:r>
              <a:rPr kumimoji="1" lang="ja-JP" altLang="en-US"/>
              <a:t>で各家電を操作</a:t>
            </a:r>
          </a:p>
        </p:txBody>
      </p:sp>
      <p:sp>
        <p:nvSpPr>
          <p:cNvPr id="44" name="テキスト ボックス 43">
            <a:extLst>
              <a:ext uri="{FF2B5EF4-FFF2-40B4-BE49-F238E27FC236}">
                <a16:creationId xmlns:a16="http://schemas.microsoft.com/office/drawing/2014/main" id="{240B1A67-C0DF-C192-6819-A4425EB3F959}"/>
              </a:ext>
            </a:extLst>
          </p:cNvPr>
          <p:cNvSpPr txBox="1"/>
          <p:nvPr/>
        </p:nvSpPr>
        <p:spPr>
          <a:xfrm>
            <a:off x="299267" y="5274889"/>
            <a:ext cx="1620957" cy="523220"/>
          </a:xfrm>
          <a:prstGeom prst="rect">
            <a:avLst/>
          </a:prstGeom>
          <a:noFill/>
        </p:spPr>
        <p:txBody>
          <a:bodyPr wrap="none" rtlCol="0">
            <a:spAutoFit/>
          </a:bodyPr>
          <a:lstStyle/>
          <a:p>
            <a:r>
              <a:rPr kumimoji="1" lang="ja-JP" altLang="en-US" sz="2800"/>
              <a:t>各家電へ</a:t>
            </a:r>
          </a:p>
        </p:txBody>
      </p:sp>
    </p:spTree>
    <p:extLst>
      <p:ext uri="{BB962C8B-B14F-4D97-AF65-F5344CB8AC3E}">
        <p14:creationId xmlns:p14="http://schemas.microsoft.com/office/powerpoint/2010/main" val="1556989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5F8E7-D896-4AF3-C67E-672467CB85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2817E2-AE1B-50AE-E808-2FD1A4B23E47}"/>
              </a:ext>
            </a:extLst>
          </p:cNvPr>
          <p:cNvSpPr>
            <a:spLocks noGrp="1"/>
          </p:cNvSpPr>
          <p:nvPr>
            <p:ph type="title"/>
          </p:nvPr>
        </p:nvSpPr>
        <p:spPr/>
        <p:txBody>
          <a:bodyPr/>
          <a:lstStyle/>
          <a:p>
            <a:r>
              <a:rPr lang="ja-JP" altLang="en-US"/>
              <a:t>必要なモジュール</a:t>
            </a:r>
          </a:p>
        </p:txBody>
      </p:sp>
      <p:sp>
        <p:nvSpPr>
          <p:cNvPr id="40" name="Content Placeholder 39">
            <a:extLst>
              <a:ext uri="{FF2B5EF4-FFF2-40B4-BE49-F238E27FC236}">
                <a16:creationId xmlns:a16="http://schemas.microsoft.com/office/drawing/2014/main" id="{04F043A5-6B81-B215-AF4C-FB00B5E9A827}"/>
              </a:ext>
            </a:extLst>
          </p:cNvPr>
          <p:cNvSpPr>
            <a:spLocks noGrp="1"/>
          </p:cNvSpPr>
          <p:nvPr>
            <p:ph idx="1"/>
          </p:nvPr>
        </p:nvSpPr>
        <p:spPr/>
        <p:txBody>
          <a:bodyPr vert="horz" lIns="91440" tIns="45720" rIns="91440" bIns="45720" rtlCol="0" anchor="t">
            <a:normAutofit/>
          </a:bodyPr>
          <a:lstStyle/>
          <a:p>
            <a:r>
              <a:rPr lang="ja-JP" altLang="en-US"/>
              <a:t>スプレッドシート管理用のプログラム</a:t>
            </a:r>
            <a:endParaRPr lang="en-US" altLang="ja-JP"/>
          </a:p>
          <a:p>
            <a:r>
              <a:rPr lang="ja-JP" altLang="en-US"/>
              <a:t>鉄道の運行状況</a:t>
            </a:r>
            <a:r>
              <a:rPr lang="en-US"/>
              <a:t>(</a:t>
            </a:r>
            <a:r>
              <a:rPr lang="ja-JP" altLang="en-US"/>
              <a:t>遅延状況</a:t>
            </a:r>
            <a:r>
              <a:rPr lang="en-US"/>
              <a:t>)</a:t>
            </a:r>
            <a:r>
              <a:rPr lang="ja-JP" altLang="en-US"/>
              <a:t>を取得するプログラム</a:t>
            </a:r>
            <a:endParaRPr lang="en-US" altLang="ja-JP"/>
          </a:p>
          <a:p>
            <a:r>
              <a:rPr lang="ja-JP" altLang="en-US"/>
              <a:t>ライン連携、入力受付をするためのプログラム</a:t>
            </a:r>
            <a:endParaRPr lang="en-US" altLang="ja-JP"/>
          </a:p>
          <a:p>
            <a:r>
              <a:rPr lang="ja-JP" altLang="en-US"/>
              <a:t>音楽を再生するためのプログラム</a:t>
            </a:r>
            <a:endParaRPr lang="en-US"/>
          </a:p>
          <a:p>
            <a:r>
              <a:rPr lang="en-US"/>
              <a:t>Remo3</a:t>
            </a:r>
            <a:r>
              <a:rPr lang="ja-JP" altLang="en-US"/>
              <a:t>用いて家電を操作するためのプログラム</a:t>
            </a:r>
            <a:endParaRPr lang="en-US" altLang="ja-JP"/>
          </a:p>
          <a:p>
            <a:r>
              <a:rPr lang="ja-JP" altLang="en-US"/>
              <a:t>スケジュール管理をするプログラム</a:t>
            </a:r>
            <a:endParaRPr lang="en-US"/>
          </a:p>
        </p:txBody>
      </p:sp>
      <p:sp>
        <p:nvSpPr>
          <p:cNvPr id="4" name="日付プレースホルダー 3">
            <a:extLst>
              <a:ext uri="{FF2B5EF4-FFF2-40B4-BE49-F238E27FC236}">
                <a16:creationId xmlns:a16="http://schemas.microsoft.com/office/drawing/2014/main" id="{BA18D098-A500-BBF1-258F-64CA34D87160}"/>
              </a:ext>
            </a:extLst>
          </p:cNvPr>
          <p:cNvSpPr>
            <a:spLocks noGrp="1"/>
          </p:cNvSpPr>
          <p:nvPr>
            <p:ph type="dt" sz="half" idx="10"/>
          </p:nvPr>
        </p:nvSpPr>
        <p:spPr/>
        <p:txBody>
          <a:bodyPr/>
          <a:lstStyle/>
          <a:p>
            <a:fld id="{9EBBC708-4A6D-4C71-9D3B-28D79ABE82F3}" type="datetime1">
              <a:rPr lang="en-US" altLang="ja-JP" smtClean="0"/>
              <a:t>4/22/26</a:t>
            </a:fld>
            <a:endParaRPr lang="en-US"/>
          </a:p>
        </p:txBody>
      </p:sp>
      <p:sp>
        <p:nvSpPr>
          <p:cNvPr id="5" name="フッター プレースホルダー 4">
            <a:extLst>
              <a:ext uri="{FF2B5EF4-FFF2-40B4-BE49-F238E27FC236}">
                <a16:creationId xmlns:a16="http://schemas.microsoft.com/office/drawing/2014/main" id="{8F404707-CC13-A8EC-E19D-4A4883939F5E}"/>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027147B5-468A-094A-7D18-ACF039D265BA}"/>
              </a:ext>
            </a:extLst>
          </p:cNvPr>
          <p:cNvSpPr>
            <a:spLocks noGrp="1"/>
          </p:cNvSpPr>
          <p:nvPr>
            <p:ph type="sldNum" sz="quarter" idx="12"/>
          </p:nvPr>
        </p:nvSpPr>
        <p:spPr/>
        <p:txBody>
          <a:bodyPr/>
          <a:lstStyle/>
          <a:p>
            <a:fld id="{A65A5C87-DF58-40C8-B092-1DE63DB4547E}" type="slidenum">
              <a:rPr lang="en-US" smtClean="0"/>
              <a:t>8</a:t>
            </a:fld>
            <a:endParaRPr lang="en-US"/>
          </a:p>
        </p:txBody>
      </p:sp>
    </p:spTree>
    <p:extLst>
      <p:ext uri="{BB962C8B-B14F-4D97-AF65-F5344CB8AC3E}">
        <p14:creationId xmlns:p14="http://schemas.microsoft.com/office/powerpoint/2010/main" val="3013928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7377A-AEE6-6DBA-33E4-6A199A0A4F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549ADD-8DC6-57F9-68CE-636EB37EFB05}"/>
              </a:ext>
            </a:extLst>
          </p:cNvPr>
          <p:cNvSpPr>
            <a:spLocks noGrp="1"/>
          </p:cNvSpPr>
          <p:nvPr>
            <p:ph type="title"/>
          </p:nvPr>
        </p:nvSpPr>
        <p:spPr>
          <a:xfrm>
            <a:off x="637032" y="1791589"/>
            <a:ext cx="10515600" cy="1325563"/>
          </a:xfrm>
        </p:spPr>
        <p:txBody>
          <a:bodyPr/>
          <a:lstStyle/>
          <a:p>
            <a:r>
              <a:rPr kumimoji="1" lang="ja-JP" altLang="en-US"/>
              <a:t>３．プロジェクト計画</a:t>
            </a:r>
          </a:p>
        </p:txBody>
      </p:sp>
    </p:spTree>
    <p:extLst>
      <p:ext uri="{BB962C8B-B14F-4D97-AF65-F5344CB8AC3E}">
        <p14:creationId xmlns:p14="http://schemas.microsoft.com/office/powerpoint/2010/main" val="283109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7A35CE-46BF-C54D-9290-69004686DF68}"/>
              </a:ext>
            </a:extLst>
          </p:cNvPr>
          <p:cNvSpPr>
            <a:spLocks noGrp="1"/>
          </p:cNvSpPr>
          <p:nvPr>
            <p:ph type="title"/>
          </p:nvPr>
        </p:nvSpPr>
        <p:spPr/>
        <p:txBody>
          <a:bodyPr/>
          <a:lstStyle/>
          <a:p>
            <a:r>
              <a:rPr kumimoji="1" lang="ja-JP" altLang="en-US"/>
              <a:t>開発体制</a:t>
            </a:r>
          </a:p>
        </p:txBody>
      </p:sp>
      <p:graphicFrame>
        <p:nvGraphicFramePr>
          <p:cNvPr id="7" name="Content Placeholder 6">
            <a:extLst>
              <a:ext uri="{FF2B5EF4-FFF2-40B4-BE49-F238E27FC236}">
                <a16:creationId xmlns:a16="http://schemas.microsoft.com/office/drawing/2014/main" id="{018F064F-B523-95DA-400E-4C2E6E401BE5}"/>
              </a:ext>
            </a:extLst>
          </p:cNvPr>
          <p:cNvGraphicFramePr>
            <a:graphicFrameLocks noGrp="1"/>
          </p:cNvGraphicFramePr>
          <p:nvPr>
            <p:ph idx="1"/>
            <p:extLst>
              <p:ext uri="{D42A27DB-BD31-4B8C-83A1-F6EECF244321}">
                <p14:modId xmlns:p14="http://schemas.microsoft.com/office/powerpoint/2010/main" val="1812460923"/>
              </p:ext>
            </p:extLst>
          </p:nvPr>
        </p:nvGraphicFramePr>
        <p:xfrm>
          <a:off x="3858768" y="2285320"/>
          <a:ext cx="10167937" cy="3694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日付プレースホルダー 3">
            <a:extLst>
              <a:ext uri="{FF2B5EF4-FFF2-40B4-BE49-F238E27FC236}">
                <a16:creationId xmlns:a16="http://schemas.microsoft.com/office/drawing/2014/main" id="{8F53FEDE-7A6D-82AD-BE3F-95155522E42F}"/>
              </a:ext>
            </a:extLst>
          </p:cNvPr>
          <p:cNvSpPr>
            <a:spLocks noGrp="1"/>
          </p:cNvSpPr>
          <p:nvPr>
            <p:ph type="dt" sz="half" idx="10"/>
          </p:nvPr>
        </p:nvSpPr>
        <p:spPr/>
        <p:txBody>
          <a:bodyPr/>
          <a:lstStyle/>
          <a:p>
            <a:fld id="{9EBBC708-4A6D-4C71-9D3B-28D79ABE82F3}" type="datetime1">
              <a:rPr lang="en-US" altLang="ja-JP" smtClean="0"/>
              <a:t>4/22/26</a:t>
            </a:fld>
            <a:endParaRPr lang="en-US"/>
          </a:p>
        </p:txBody>
      </p:sp>
      <p:sp>
        <p:nvSpPr>
          <p:cNvPr id="5" name="フッター プレースホルダー 4">
            <a:extLst>
              <a:ext uri="{FF2B5EF4-FFF2-40B4-BE49-F238E27FC236}">
                <a16:creationId xmlns:a16="http://schemas.microsoft.com/office/drawing/2014/main" id="{8DC9C2A2-09E9-2586-D6DB-BFE8F727462F}"/>
              </a:ext>
            </a:extLst>
          </p:cNvPr>
          <p:cNvSpPr>
            <a:spLocks noGrp="1"/>
          </p:cNvSpPr>
          <p:nvPr>
            <p:ph type="ftr" sz="quarter" idx="11"/>
          </p:nvPr>
        </p:nvSpPr>
        <p:spPr/>
        <p:txBody>
          <a:bodyPr/>
          <a:lstStyle/>
          <a:p>
            <a:endParaRPr lang="en-US" dirty="0"/>
          </a:p>
        </p:txBody>
      </p:sp>
      <p:sp>
        <p:nvSpPr>
          <p:cNvPr id="6" name="スライド番号プレースホルダー 5">
            <a:extLst>
              <a:ext uri="{FF2B5EF4-FFF2-40B4-BE49-F238E27FC236}">
                <a16:creationId xmlns:a16="http://schemas.microsoft.com/office/drawing/2014/main" id="{BE81A80D-21C7-63FF-75C8-83C31B5F8360}"/>
              </a:ext>
            </a:extLst>
          </p:cNvPr>
          <p:cNvSpPr>
            <a:spLocks noGrp="1"/>
          </p:cNvSpPr>
          <p:nvPr>
            <p:ph type="sldNum" sz="quarter" idx="12"/>
          </p:nvPr>
        </p:nvSpPr>
        <p:spPr/>
        <p:txBody>
          <a:bodyPr/>
          <a:lstStyle/>
          <a:p>
            <a:fld id="{A65A5C87-DF58-40C8-B092-1DE63DB4547E}" type="slidenum">
              <a:rPr lang="en-US" smtClean="0"/>
              <a:t>10</a:t>
            </a:fld>
            <a:endParaRPr lang="en-US"/>
          </a:p>
        </p:txBody>
      </p:sp>
      <p:sp>
        <p:nvSpPr>
          <p:cNvPr id="3" name="テキスト ボックス 2">
            <a:extLst>
              <a:ext uri="{FF2B5EF4-FFF2-40B4-BE49-F238E27FC236}">
                <a16:creationId xmlns:a16="http://schemas.microsoft.com/office/drawing/2014/main" id="{CBDB979B-39C3-4826-F673-99823AFFC49A}"/>
              </a:ext>
            </a:extLst>
          </p:cNvPr>
          <p:cNvSpPr txBox="1"/>
          <p:nvPr/>
        </p:nvSpPr>
        <p:spPr>
          <a:xfrm>
            <a:off x="238154" y="2586179"/>
            <a:ext cx="5961478" cy="2554545"/>
          </a:xfrm>
          <a:prstGeom prst="rect">
            <a:avLst/>
          </a:prstGeom>
          <a:noFill/>
        </p:spPr>
        <p:txBody>
          <a:bodyPr wrap="square" rtlCol="0">
            <a:spAutoFit/>
          </a:bodyPr>
          <a:lstStyle/>
          <a:p>
            <a:r>
              <a:rPr kumimoji="1" lang="ja-JP" altLang="en-US" sz="3200"/>
              <a:t>・各作業を均等に分担して作業を進めていく</a:t>
            </a:r>
            <a:endParaRPr kumimoji="1" lang="en-US" altLang="ja-JP" sz="3200" dirty="0"/>
          </a:p>
          <a:p>
            <a:endParaRPr kumimoji="1" lang="en-US" altLang="ja-JP" sz="3200" dirty="0"/>
          </a:p>
          <a:p>
            <a:r>
              <a:rPr lang="ja-JP" altLang="en-US" sz="3200"/>
              <a:t>・以下に具体的な分担を記述する</a:t>
            </a:r>
            <a:endParaRPr kumimoji="1" lang="ja-JP" altLang="en-US" sz="3200"/>
          </a:p>
        </p:txBody>
      </p:sp>
    </p:spTree>
    <p:extLst>
      <p:ext uri="{BB962C8B-B14F-4D97-AF65-F5344CB8AC3E}">
        <p14:creationId xmlns:p14="http://schemas.microsoft.com/office/powerpoint/2010/main" val="4200241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3AC50-94E5-26BE-6BB7-AD0C52D0FCE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C4BA2A-8C73-BE03-3282-ECD50A01B524}"/>
              </a:ext>
            </a:extLst>
          </p:cNvPr>
          <p:cNvSpPr>
            <a:spLocks noGrp="1"/>
          </p:cNvSpPr>
          <p:nvPr>
            <p:ph type="title"/>
          </p:nvPr>
        </p:nvSpPr>
        <p:spPr/>
        <p:txBody>
          <a:bodyPr/>
          <a:lstStyle/>
          <a:p>
            <a:r>
              <a:rPr kumimoji="1" lang="ja-JP" altLang="en-US"/>
              <a:t>開発スケジュール</a:t>
            </a:r>
          </a:p>
        </p:txBody>
      </p:sp>
      <p:graphicFrame>
        <p:nvGraphicFramePr>
          <p:cNvPr id="7" name="コンテンツ プレースホルダー 6">
            <a:extLst>
              <a:ext uri="{FF2B5EF4-FFF2-40B4-BE49-F238E27FC236}">
                <a16:creationId xmlns:a16="http://schemas.microsoft.com/office/drawing/2014/main" id="{C280630D-796B-0B6B-5D3F-C85927CE1EA2}"/>
              </a:ext>
            </a:extLst>
          </p:cNvPr>
          <p:cNvGraphicFramePr>
            <a:graphicFrameLocks noGrp="1"/>
          </p:cNvGraphicFramePr>
          <p:nvPr>
            <p:ph idx="1"/>
            <p:extLst>
              <p:ext uri="{D42A27DB-BD31-4B8C-83A1-F6EECF244321}">
                <p14:modId xmlns:p14="http://schemas.microsoft.com/office/powerpoint/2010/main" val="2340232274"/>
              </p:ext>
            </p:extLst>
          </p:nvPr>
        </p:nvGraphicFramePr>
        <p:xfrm>
          <a:off x="1116013" y="2208012"/>
          <a:ext cx="10167919" cy="4332721"/>
        </p:xfrm>
        <a:graphic>
          <a:graphicData uri="http://schemas.openxmlformats.org/drawingml/2006/table">
            <a:tbl>
              <a:tblPr firstRow="1" bandRow="1">
                <a:tableStyleId>{5C22544A-7EE6-4342-B048-85BDC9FD1C3A}</a:tableStyleId>
              </a:tblPr>
              <a:tblGrid>
                <a:gridCol w="1960446">
                  <a:extLst>
                    <a:ext uri="{9D8B030D-6E8A-4147-A177-3AD203B41FA5}">
                      <a16:colId xmlns:a16="http://schemas.microsoft.com/office/drawing/2014/main" val="1957376607"/>
                    </a:ext>
                  </a:extLst>
                </a:gridCol>
                <a:gridCol w="976599">
                  <a:extLst>
                    <a:ext uri="{9D8B030D-6E8A-4147-A177-3AD203B41FA5}">
                      <a16:colId xmlns:a16="http://schemas.microsoft.com/office/drawing/2014/main" val="3214075776"/>
                    </a:ext>
                  </a:extLst>
                </a:gridCol>
                <a:gridCol w="1032982">
                  <a:extLst>
                    <a:ext uri="{9D8B030D-6E8A-4147-A177-3AD203B41FA5}">
                      <a16:colId xmlns:a16="http://schemas.microsoft.com/office/drawing/2014/main" val="801849588"/>
                    </a:ext>
                  </a:extLst>
                </a:gridCol>
                <a:gridCol w="1032982">
                  <a:extLst>
                    <a:ext uri="{9D8B030D-6E8A-4147-A177-3AD203B41FA5}">
                      <a16:colId xmlns:a16="http://schemas.microsoft.com/office/drawing/2014/main" val="2481778497"/>
                    </a:ext>
                  </a:extLst>
                </a:gridCol>
                <a:gridCol w="1032982">
                  <a:extLst>
                    <a:ext uri="{9D8B030D-6E8A-4147-A177-3AD203B41FA5}">
                      <a16:colId xmlns:a16="http://schemas.microsoft.com/office/drawing/2014/main" val="3004701443"/>
                    </a:ext>
                  </a:extLst>
                </a:gridCol>
                <a:gridCol w="1032982">
                  <a:extLst>
                    <a:ext uri="{9D8B030D-6E8A-4147-A177-3AD203B41FA5}">
                      <a16:colId xmlns:a16="http://schemas.microsoft.com/office/drawing/2014/main" val="3995325571"/>
                    </a:ext>
                  </a:extLst>
                </a:gridCol>
                <a:gridCol w="1032982">
                  <a:extLst>
                    <a:ext uri="{9D8B030D-6E8A-4147-A177-3AD203B41FA5}">
                      <a16:colId xmlns:a16="http://schemas.microsoft.com/office/drawing/2014/main" val="2736993677"/>
                    </a:ext>
                  </a:extLst>
                </a:gridCol>
                <a:gridCol w="1032982">
                  <a:extLst>
                    <a:ext uri="{9D8B030D-6E8A-4147-A177-3AD203B41FA5}">
                      <a16:colId xmlns:a16="http://schemas.microsoft.com/office/drawing/2014/main" val="3211155703"/>
                    </a:ext>
                  </a:extLst>
                </a:gridCol>
                <a:gridCol w="1032982">
                  <a:extLst>
                    <a:ext uri="{9D8B030D-6E8A-4147-A177-3AD203B41FA5}">
                      <a16:colId xmlns:a16="http://schemas.microsoft.com/office/drawing/2014/main" val="3324678967"/>
                    </a:ext>
                  </a:extLst>
                </a:gridCol>
              </a:tblGrid>
              <a:tr h="583681">
                <a:tc>
                  <a:txBody>
                    <a:bodyPr/>
                    <a:lstStyle/>
                    <a:p>
                      <a:endParaRPr kumimoji="1" lang="ja-JP" altLang="en-US"/>
                    </a:p>
                  </a:txBody>
                  <a:tcPr>
                    <a:solidFill>
                      <a:schemeClr val="accent1">
                        <a:lumMod val="60000"/>
                        <a:lumOff val="40000"/>
                      </a:schemeClr>
                    </a:solidFill>
                  </a:tcPr>
                </a:tc>
                <a:tc>
                  <a:txBody>
                    <a:bodyPr/>
                    <a:lstStyle/>
                    <a:p>
                      <a:pPr algn="dist"/>
                      <a:r>
                        <a:rPr kumimoji="1" lang="ja-JP" altLang="en-US"/>
                        <a:t>担当</a:t>
                      </a:r>
                    </a:p>
                  </a:txBody>
                  <a:tcPr>
                    <a:solidFill>
                      <a:schemeClr val="accent1">
                        <a:lumMod val="60000"/>
                        <a:lumOff val="40000"/>
                      </a:schemeClr>
                    </a:solidFill>
                  </a:tcPr>
                </a:tc>
                <a:tc>
                  <a:txBody>
                    <a:bodyPr/>
                    <a:lstStyle/>
                    <a:p>
                      <a:pPr algn="dist"/>
                      <a:r>
                        <a:rPr kumimoji="1" lang="en-US" altLang="ja-JP"/>
                        <a:t>4/22</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３限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5/13</a:t>
                      </a:r>
                    </a:p>
                    <a:p>
                      <a:pPr algn="dist"/>
                      <a:r>
                        <a:rPr kumimoji="1" lang="ja-JP" altLang="en-US"/>
                        <a:t>３限</a:t>
                      </a:r>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5/13</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ja-JP" sz="1800" b="1" i="0" u="none" strike="noStrike" noProof="0">
                          <a:solidFill>
                            <a:srgbClr val="FFFFFF"/>
                          </a:solidFill>
                          <a:latin typeface="Avenir Next LT Pro"/>
                        </a:rPr>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extLst>
                  <a:ext uri="{0D108BD9-81ED-4DB2-BD59-A6C34878D82A}">
                    <a16:rowId xmlns:a16="http://schemas.microsoft.com/office/drawing/2014/main" val="2686417698"/>
                  </a:ext>
                </a:extLst>
              </a:tr>
              <a:tr h="583681">
                <a:tc>
                  <a:txBody>
                    <a:bodyPr/>
                    <a:lstStyle/>
                    <a:p>
                      <a:r>
                        <a:rPr lang="ja-JP" altLang="en-US" sz="1800" b="0" i="0" u="none" strike="noStrike" kern="1200">
                          <a:solidFill>
                            <a:schemeClr val="dk1"/>
                          </a:solidFill>
                          <a:effectLst/>
                          <a:latin typeface="+mn-lt"/>
                          <a:ea typeface="+mn-ea"/>
                          <a:cs typeface="+mn-cs"/>
                        </a:rPr>
                        <a:t>要求仕様・設計の みなおし</a:t>
                      </a:r>
                      <a:endParaRPr kumimoji="1" lang="ja-JP" altLang="en-US"/>
                    </a:p>
                  </a:txBody>
                  <a:tcPr/>
                </a:tc>
                <a:tc>
                  <a:txBody>
                    <a:bodyPr/>
                    <a:lstStyle/>
                    <a:p>
                      <a:pPr algn="dist"/>
                      <a:r>
                        <a:rPr kumimoji="1" lang="ja-JP" altLang="en-US"/>
                        <a:t>全員</a:t>
                      </a:r>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3183835224"/>
                  </a:ext>
                </a:extLst>
              </a:tr>
              <a:tr h="583681">
                <a:tc>
                  <a:txBody>
                    <a:bodyPr/>
                    <a:lstStyle/>
                    <a:p>
                      <a:r>
                        <a:rPr lang="ja-JP" altLang="en-US" sz="1800" b="0" i="0" u="none" strike="noStrike" kern="1200">
                          <a:solidFill>
                            <a:schemeClr val="dk1"/>
                          </a:solidFill>
                          <a:effectLst/>
                          <a:latin typeface="+mn-lt"/>
                          <a:ea typeface="+mn-ea"/>
                          <a:cs typeface="+mn-cs"/>
                        </a:rPr>
                        <a:t>スプレッドシートを管理するモジュール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1)</a:t>
                      </a:r>
                      <a:endParaRPr kumimoji="1" lang="ja-JP" altLang="en-US"/>
                    </a:p>
                  </a:txBody>
                  <a:tcPr/>
                </a:tc>
                <a:tc>
                  <a:txBody>
                    <a:bodyPr/>
                    <a:lstStyle/>
                    <a:p>
                      <a:pPr algn="dist"/>
                      <a:r>
                        <a:rPr lang="ja-JP" altLang="en-US"/>
                        <a:t>松下</a:t>
                      </a:r>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209769983"/>
                  </a:ext>
                </a:extLst>
              </a:tr>
              <a:tr h="583681">
                <a:tc>
                  <a:txBody>
                    <a:bodyPr/>
                    <a:lstStyle/>
                    <a:p>
                      <a:r>
                        <a:rPr lang="ja-JP" altLang="en-US" sz="1800" b="0" i="0" u="none" strike="noStrike" kern="1200">
                          <a:solidFill>
                            <a:schemeClr val="dk1"/>
                          </a:solidFill>
                          <a:effectLst/>
                          <a:latin typeface="+mn-lt"/>
                          <a:ea typeface="+mn-ea"/>
                          <a:cs typeface="+mn-cs"/>
                        </a:rPr>
                        <a:t>鉄道の運行状況の取得のモジュール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2)</a:t>
                      </a:r>
                      <a:endParaRPr kumimoji="1" lang="ja-JP" altLang="en-US"/>
                    </a:p>
                  </a:txBody>
                  <a:tcPr/>
                </a:tc>
                <a:tc>
                  <a:txBody>
                    <a:bodyPr/>
                    <a:lstStyle/>
                    <a:p>
                      <a:pPr algn="dist"/>
                      <a:r>
                        <a:rPr kumimoji="1" lang="ja-JP" altLang="en-US"/>
                        <a:t>稲葉</a:t>
                      </a:r>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627432006"/>
                  </a:ext>
                </a:extLst>
              </a:tr>
              <a:tr h="583681">
                <a:tc>
                  <a:txBody>
                    <a:bodyPr/>
                    <a:lstStyle/>
                    <a:p>
                      <a:r>
                        <a:rPr lang="ja-JP" altLang="en-US" sz="1800" b="0" i="0" u="none" strike="noStrike" kern="1200">
                          <a:solidFill>
                            <a:schemeClr val="dk1"/>
                          </a:solidFill>
                          <a:effectLst/>
                          <a:latin typeface="+mn-lt"/>
                          <a:ea typeface="+mn-ea"/>
                          <a:cs typeface="+mn-cs"/>
                        </a:rPr>
                        <a:t>ライン連携のモジュール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3)</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solidFill>
                      <a:srgbClr val="FF0000"/>
                    </a:solidFill>
                  </a:tcPr>
                </a:tc>
                <a:tc>
                  <a:txBody>
                    <a:bodyPr/>
                    <a:lstStyle/>
                    <a:p>
                      <a:pPr algn="dist"/>
                      <a:endParaRPr kumimoji="1" lang="ja-JP" altLang="en-US"/>
                    </a:p>
                  </a:txBody>
                  <a:tcPr>
                    <a:solidFill>
                      <a:srgbClr val="FF0000"/>
                    </a:solidFill>
                  </a:tcPr>
                </a:tc>
                <a:tc>
                  <a:txBody>
                    <a:bodyPr/>
                    <a:lstStyle/>
                    <a:p>
                      <a:pPr algn="dist"/>
                      <a:endParaRPr kumimoji="1" lang="ja-JP" altLang="en-US"/>
                    </a:p>
                  </a:txBody>
                  <a:tcPr>
                    <a:solidFill>
                      <a:schemeClr val="accent1">
                        <a:lumMod val="20000"/>
                        <a:lumOff val="80000"/>
                      </a:schemeClr>
                    </a:solidFill>
                  </a:tcPr>
                </a:tc>
                <a:tc>
                  <a:txBody>
                    <a:bodyPr/>
                    <a:lstStyle/>
                    <a:p>
                      <a:pPr algn="dist"/>
                      <a:endParaRPr kumimoji="1" lang="ja-JP" altLang="en-US"/>
                    </a:p>
                  </a:txBody>
                  <a:tcPr>
                    <a:solidFill>
                      <a:schemeClr val="accent1">
                        <a:lumMod val="20000"/>
                        <a:lumOff val="8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1483998621"/>
                  </a:ext>
                </a:extLst>
              </a:tr>
              <a:tr h="583681">
                <a:tc>
                  <a:txBody>
                    <a:bodyPr/>
                    <a:lstStyle/>
                    <a:p>
                      <a:r>
                        <a:rPr lang="ja-JP" altLang="en-US" sz="1800" b="0" i="0" u="none" strike="noStrike" kern="1200">
                          <a:solidFill>
                            <a:schemeClr val="dk1"/>
                          </a:solidFill>
                          <a:effectLst/>
                          <a:latin typeface="+mn-lt"/>
                          <a:ea typeface="+mn-ea"/>
                          <a:cs typeface="+mn-cs"/>
                        </a:rPr>
                        <a:t>ラインの</a:t>
                      </a:r>
                      <a:r>
                        <a:rPr lang="en-US" altLang="ja-JP" sz="1800" b="0" i="0" u="none" strike="noStrike" kern="1200">
                          <a:solidFill>
                            <a:schemeClr val="dk1"/>
                          </a:solidFill>
                          <a:effectLst/>
                          <a:latin typeface="+mn-lt"/>
                          <a:ea typeface="+mn-ea"/>
                          <a:cs typeface="+mn-cs"/>
                        </a:rPr>
                        <a:t>UI</a:t>
                      </a:r>
                      <a:r>
                        <a:rPr lang="ja-JP" altLang="en-US" sz="1800" b="0" i="0" u="none" strike="noStrike" kern="1200">
                          <a:solidFill>
                            <a:schemeClr val="dk1"/>
                          </a:solidFill>
                          <a:effectLst/>
                          <a:latin typeface="+mn-lt"/>
                          <a:ea typeface="+mn-ea"/>
                          <a:cs typeface="+mn-cs"/>
                        </a:rPr>
                        <a:t>作成</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641306321"/>
                  </a:ext>
                </a:extLst>
              </a:tr>
            </a:tbl>
          </a:graphicData>
        </a:graphic>
      </p:graphicFrame>
      <p:sp>
        <p:nvSpPr>
          <p:cNvPr id="4" name="日付プレースホルダー 3">
            <a:extLst>
              <a:ext uri="{FF2B5EF4-FFF2-40B4-BE49-F238E27FC236}">
                <a16:creationId xmlns:a16="http://schemas.microsoft.com/office/drawing/2014/main" id="{69890A96-84CE-F8FC-EA25-6C1D7E7DC704}"/>
              </a:ext>
            </a:extLst>
          </p:cNvPr>
          <p:cNvSpPr>
            <a:spLocks noGrp="1"/>
          </p:cNvSpPr>
          <p:nvPr>
            <p:ph type="dt" sz="half" idx="10"/>
          </p:nvPr>
        </p:nvSpPr>
        <p:spPr/>
        <p:txBody>
          <a:bodyPr/>
          <a:lstStyle/>
          <a:p>
            <a:fld id="{9EBBC708-4A6D-4C71-9D3B-28D79ABE82F3}" type="datetime1">
              <a:rPr lang="en-US" altLang="ja-JP" smtClean="0"/>
              <a:t>4/22/26</a:t>
            </a:fld>
            <a:endParaRPr lang="en-US"/>
          </a:p>
        </p:txBody>
      </p:sp>
      <p:sp>
        <p:nvSpPr>
          <p:cNvPr id="6" name="スライド番号プレースホルダー 5">
            <a:extLst>
              <a:ext uri="{FF2B5EF4-FFF2-40B4-BE49-F238E27FC236}">
                <a16:creationId xmlns:a16="http://schemas.microsoft.com/office/drawing/2014/main" id="{2EB5F76F-E79B-B19F-37E2-F3FABCC07FD7}"/>
              </a:ext>
            </a:extLst>
          </p:cNvPr>
          <p:cNvSpPr>
            <a:spLocks noGrp="1"/>
          </p:cNvSpPr>
          <p:nvPr>
            <p:ph type="sldNum" sz="quarter" idx="12"/>
          </p:nvPr>
        </p:nvSpPr>
        <p:spPr/>
        <p:txBody>
          <a:bodyPr/>
          <a:lstStyle/>
          <a:p>
            <a:fld id="{A65A5C87-DF58-40C8-B092-1DE63DB4547E}" type="slidenum">
              <a:rPr lang="en-US" smtClean="0"/>
              <a:t>11</a:t>
            </a:fld>
            <a:endParaRPr lang="en-US"/>
          </a:p>
        </p:txBody>
      </p:sp>
    </p:spTree>
    <p:extLst>
      <p:ext uri="{BB962C8B-B14F-4D97-AF65-F5344CB8AC3E}">
        <p14:creationId xmlns:p14="http://schemas.microsoft.com/office/powerpoint/2010/main" val="350690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1B4F3-DB1A-3318-B420-CA26AC880AD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47A8165-83E2-5AF0-4A14-A7E381D3C15D}"/>
              </a:ext>
            </a:extLst>
          </p:cNvPr>
          <p:cNvSpPr>
            <a:spLocks noGrp="1"/>
          </p:cNvSpPr>
          <p:nvPr>
            <p:ph type="title"/>
          </p:nvPr>
        </p:nvSpPr>
        <p:spPr/>
        <p:txBody>
          <a:bodyPr/>
          <a:lstStyle/>
          <a:p>
            <a:r>
              <a:rPr kumimoji="1" lang="ja-JP" altLang="en-US"/>
              <a:t>開発スケジュール</a:t>
            </a:r>
          </a:p>
        </p:txBody>
      </p:sp>
      <p:graphicFrame>
        <p:nvGraphicFramePr>
          <p:cNvPr id="7" name="コンテンツ プレースホルダー 6">
            <a:extLst>
              <a:ext uri="{FF2B5EF4-FFF2-40B4-BE49-F238E27FC236}">
                <a16:creationId xmlns:a16="http://schemas.microsoft.com/office/drawing/2014/main" id="{47566930-0FBA-EC48-4648-FBB3FDDEA9D6}"/>
              </a:ext>
            </a:extLst>
          </p:cNvPr>
          <p:cNvGraphicFramePr>
            <a:graphicFrameLocks noGrp="1"/>
          </p:cNvGraphicFramePr>
          <p:nvPr>
            <p:ph idx="1"/>
            <p:extLst>
              <p:ext uri="{D42A27DB-BD31-4B8C-83A1-F6EECF244321}">
                <p14:modId xmlns:p14="http://schemas.microsoft.com/office/powerpoint/2010/main" val="1494408852"/>
              </p:ext>
            </p:extLst>
          </p:nvPr>
        </p:nvGraphicFramePr>
        <p:xfrm>
          <a:off x="1116013" y="2171309"/>
          <a:ext cx="10167918" cy="4550642"/>
        </p:xfrm>
        <a:graphic>
          <a:graphicData uri="http://schemas.openxmlformats.org/drawingml/2006/table">
            <a:tbl>
              <a:tblPr firstRow="1" bandRow="1">
                <a:tableStyleId>{5C22544A-7EE6-4342-B048-85BDC9FD1C3A}</a:tableStyleId>
              </a:tblPr>
              <a:tblGrid>
                <a:gridCol w="1960445">
                  <a:extLst>
                    <a:ext uri="{9D8B030D-6E8A-4147-A177-3AD203B41FA5}">
                      <a16:colId xmlns:a16="http://schemas.microsoft.com/office/drawing/2014/main" val="1957376607"/>
                    </a:ext>
                  </a:extLst>
                </a:gridCol>
                <a:gridCol w="976599">
                  <a:extLst>
                    <a:ext uri="{9D8B030D-6E8A-4147-A177-3AD203B41FA5}">
                      <a16:colId xmlns:a16="http://schemas.microsoft.com/office/drawing/2014/main" val="3214075776"/>
                    </a:ext>
                  </a:extLst>
                </a:gridCol>
                <a:gridCol w="1032982">
                  <a:extLst>
                    <a:ext uri="{9D8B030D-6E8A-4147-A177-3AD203B41FA5}">
                      <a16:colId xmlns:a16="http://schemas.microsoft.com/office/drawing/2014/main" val="801849588"/>
                    </a:ext>
                  </a:extLst>
                </a:gridCol>
                <a:gridCol w="1032982">
                  <a:extLst>
                    <a:ext uri="{9D8B030D-6E8A-4147-A177-3AD203B41FA5}">
                      <a16:colId xmlns:a16="http://schemas.microsoft.com/office/drawing/2014/main" val="2481778497"/>
                    </a:ext>
                  </a:extLst>
                </a:gridCol>
                <a:gridCol w="1032982">
                  <a:extLst>
                    <a:ext uri="{9D8B030D-6E8A-4147-A177-3AD203B41FA5}">
                      <a16:colId xmlns:a16="http://schemas.microsoft.com/office/drawing/2014/main" val="3004701443"/>
                    </a:ext>
                  </a:extLst>
                </a:gridCol>
                <a:gridCol w="1032982">
                  <a:extLst>
                    <a:ext uri="{9D8B030D-6E8A-4147-A177-3AD203B41FA5}">
                      <a16:colId xmlns:a16="http://schemas.microsoft.com/office/drawing/2014/main" val="3995325571"/>
                    </a:ext>
                  </a:extLst>
                </a:gridCol>
                <a:gridCol w="1032982">
                  <a:extLst>
                    <a:ext uri="{9D8B030D-6E8A-4147-A177-3AD203B41FA5}">
                      <a16:colId xmlns:a16="http://schemas.microsoft.com/office/drawing/2014/main" val="3824342948"/>
                    </a:ext>
                  </a:extLst>
                </a:gridCol>
                <a:gridCol w="1032982">
                  <a:extLst>
                    <a:ext uri="{9D8B030D-6E8A-4147-A177-3AD203B41FA5}">
                      <a16:colId xmlns:a16="http://schemas.microsoft.com/office/drawing/2014/main" val="4194265117"/>
                    </a:ext>
                  </a:extLst>
                </a:gridCol>
                <a:gridCol w="1032982">
                  <a:extLst>
                    <a:ext uri="{9D8B030D-6E8A-4147-A177-3AD203B41FA5}">
                      <a16:colId xmlns:a16="http://schemas.microsoft.com/office/drawing/2014/main" val="3088891045"/>
                    </a:ext>
                  </a:extLst>
                </a:gridCol>
              </a:tblGrid>
              <a:tr h="583681">
                <a:tc>
                  <a:txBody>
                    <a:bodyPr/>
                    <a:lstStyle/>
                    <a:p>
                      <a:endParaRPr kumimoji="1" lang="ja-JP" altLang="en-US"/>
                    </a:p>
                  </a:txBody>
                  <a:tcPr>
                    <a:solidFill>
                      <a:schemeClr val="accent1">
                        <a:lumMod val="60000"/>
                        <a:lumOff val="40000"/>
                      </a:schemeClr>
                    </a:solidFill>
                  </a:tcPr>
                </a:tc>
                <a:tc>
                  <a:txBody>
                    <a:bodyPr/>
                    <a:lstStyle/>
                    <a:p>
                      <a:pPr algn="dist"/>
                      <a:r>
                        <a:rPr kumimoji="1" lang="ja-JP" altLang="en-US"/>
                        <a:t>担当</a:t>
                      </a:r>
                    </a:p>
                  </a:txBody>
                  <a:tcPr>
                    <a:solidFill>
                      <a:schemeClr val="accent1">
                        <a:lumMod val="60000"/>
                        <a:lumOff val="40000"/>
                      </a:schemeClr>
                    </a:solidFill>
                  </a:tcPr>
                </a:tc>
                <a:tc>
                  <a:txBody>
                    <a:bodyPr/>
                    <a:lstStyle/>
                    <a:p>
                      <a:pPr algn="dist"/>
                      <a:r>
                        <a:rPr kumimoji="1" lang="en-US" altLang="ja-JP"/>
                        <a:t>4/22</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３限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5/13</a:t>
                      </a:r>
                    </a:p>
                    <a:p>
                      <a:pPr algn="dist"/>
                      <a:r>
                        <a:rPr kumimoji="1" lang="ja-JP" altLang="en-US"/>
                        <a:t>３限</a:t>
                      </a:r>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5/13</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ja-JP" sz="1800" b="1" i="0" u="none" strike="noStrike" noProof="0">
                          <a:solidFill>
                            <a:srgbClr val="FFFFFF"/>
                          </a:solidFill>
                          <a:latin typeface="Avenir Next LT Pro"/>
                        </a:rPr>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extLst>
                  <a:ext uri="{0D108BD9-81ED-4DB2-BD59-A6C34878D82A}">
                    <a16:rowId xmlns:a16="http://schemas.microsoft.com/office/drawing/2014/main" val="2686417698"/>
                  </a:ext>
                </a:extLst>
              </a:tr>
              <a:tr h="583681">
                <a:tc>
                  <a:txBody>
                    <a:bodyPr/>
                    <a:lstStyle/>
                    <a:p>
                      <a:r>
                        <a:rPr lang="ja-JP" altLang="en-US" sz="1800" b="0" i="0" u="none" strike="noStrike" kern="1200">
                          <a:solidFill>
                            <a:schemeClr val="dk1"/>
                          </a:solidFill>
                          <a:effectLst/>
                          <a:latin typeface="+mn-lt"/>
                          <a:ea typeface="+mn-ea"/>
                          <a:cs typeface="+mn-cs"/>
                        </a:rPr>
                        <a:t>音楽再生のモジュール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4)</a:t>
                      </a:r>
                      <a:endParaRPr kumimoji="1" lang="ja-JP" altLang="en-US"/>
                    </a:p>
                  </a:txBody>
                  <a:tcPr/>
                </a:tc>
                <a:tc>
                  <a:txBody>
                    <a:bodyPr/>
                    <a:lstStyle/>
                    <a:p>
                      <a:pPr algn="dist"/>
                      <a:r>
                        <a:rPr kumimoji="1" lang="ja-JP" altLang="en-US"/>
                        <a:t>西森</a:t>
                      </a:r>
                      <a:endParaRPr kumimoji="1" lang="en-US" altLang="ja-JP"/>
                    </a:p>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3183835224"/>
                  </a:ext>
                </a:extLst>
              </a:tr>
              <a:tr h="583681">
                <a:tc>
                  <a:txBody>
                    <a:bodyPr/>
                    <a:lstStyle/>
                    <a:p>
                      <a:r>
                        <a:rPr lang="ja-JP" altLang="en-US" sz="1800" b="0" i="0" u="none" strike="noStrike" kern="1200">
                          <a:solidFill>
                            <a:schemeClr val="dk1"/>
                          </a:solidFill>
                          <a:effectLst/>
                          <a:latin typeface="+mn-lt"/>
                          <a:ea typeface="+mn-ea"/>
                          <a:cs typeface="+mn-cs"/>
                        </a:rPr>
                        <a:t>家電を操作するためのモジュール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5)</a:t>
                      </a:r>
                      <a:endParaRPr kumimoji="1" lang="ja-JP" altLang="en-US"/>
                    </a:p>
                  </a:txBody>
                  <a:tcPr/>
                </a:tc>
                <a:tc>
                  <a:txBody>
                    <a:bodyPr/>
                    <a:lstStyle/>
                    <a:p>
                      <a:pPr algn="dist"/>
                      <a:r>
                        <a:rPr lang="ja-JP" altLang="en-US"/>
                        <a:t>西森</a:t>
                      </a:r>
                      <a:endParaRPr kumimoji="1" lang="ja-JP" altLang="en-US"/>
                    </a:p>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209769983"/>
                  </a:ext>
                </a:extLst>
              </a:tr>
              <a:tr h="583681">
                <a:tc>
                  <a:txBody>
                    <a:bodyPr/>
                    <a:lstStyle/>
                    <a:p>
                      <a:r>
                        <a:rPr lang="ja-JP" altLang="en-US" sz="1800" b="0" i="0" u="none" strike="noStrike" kern="1200">
                          <a:solidFill>
                            <a:schemeClr val="dk1"/>
                          </a:solidFill>
                          <a:effectLst/>
                          <a:latin typeface="+mn-lt"/>
                          <a:ea typeface="+mn-ea"/>
                          <a:cs typeface="+mn-cs"/>
                        </a:rPr>
                        <a:t>入力されたスケジュールを管理するモジュール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6)</a:t>
                      </a:r>
                      <a:endParaRPr kumimoji="1" lang="ja-JP" altLang="en-US"/>
                    </a:p>
                  </a:txBody>
                  <a:tcPr/>
                </a:tc>
                <a:tc>
                  <a:txBody>
                    <a:bodyPr/>
                    <a:lstStyle/>
                    <a:p>
                      <a:pPr algn="dist"/>
                      <a:r>
                        <a:rPr kumimoji="1" lang="ja-JP" altLang="en-US"/>
                        <a:t>稲葉</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627432006"/>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1</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松下</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1483998621"/>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2</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641306321"/>
                  </a:ext>
                </a:extLst>
              </a:tr>
            </a:tbl>
          </a:graphicData>
        </a:graphic>
      </p:graphicFrame>
      <p:sp>
        <p:nvSpPr>
          <p:cNvPr id="4" name="日付プレースホルダー 3">
            <a:extLst>
              <a:ext uri="{FF2B5EF4-FFF2-40B4-BE49-F238E27FC236}">
                <a16:creationId xmlns:a16="http://schemas.microsoft.com/office/drawing/2014/main" id="{DF1A0DA1-CFD3-4BC0-BDE1-9F647B1429AE}"/>
              </a:ext>
            </a:extLst>
          </p:cNvPr>
          <p:cNvSpPr>
            <a:spLocks noGrp="1"/>
          </p:cNvSpPr>
          <p:nvPr>
            <p:ph type="dt" sz="half" idx="10"/>
          </p:nvPr>
        </p:nvSpPr>
        <p:spPr/>
        <p:txBody>
          <a:bodyPr/>
          <a:lstStyle/>
          <a:p>
            <a:fld id="{9EBBC708-4A6D-4C71-9D3B-28D79ABE82F3}" type="datetime1">
              <a:rPr lang="en-US" altLang="ja-JP" smtClean="0"/>
              <a:t>4/22/26</a:t>
            </a:fld>
            <a:endParaRPr lang="en-US"/>
          </a:p>
        </p:txBody>
      </p:sp>
      <p:sp>
        <p:nvSpPr>
          <p:cNvPr id="6" name="スライド番号プレースホルダー 5">
            <a:extLst>
              <a:ext uri="{FF2B5EF4-FFF2-40B4-BE49-F238E27FC236}">
                <a16:creationId xmlns:a16="http://schemas.microsoft.com/office/drawing/2014/main" id="{32ED0B1C-FB7A-83FE-D24F-4B8F981F9CC1}"/>
              </a:ext>
            </a:extLst>
          </p:cNvPr>
          <p:cNvSpPr>
            <a:spLocks noGrp="1"/>
          </p:cNvSpPr>
          <p:nvPr>
            <p:ph type="sldNum" sz="quarter" idx="12"/>
          </p:nvPr>
        </p:nvSpPr>
        <p:spPr/>
        <p:txBody>
          <a:bodyPr/>
          <a:lstStyle/>
          <a:p>
            <a:fld id="{A65A5C87-DF58-40C8-B092-1DE63DB4547E}" type="slidenum">
              <a:rPr lang="en-US" smtClean="0"/>
              <a:t>12</a:t>
            </a:fld>
            <a:endParaRPr lang="en-US"/>
          </a:p>
        </p:txBody>
      </p:sp>
    </p:spTree>
    <p:extLst>
      <p:ext uri="{BB962C8B-B14F-4D97-AF65-F5344CB8AC3E}">
        <p14:creationId xmlns:p14="http://schemas.microsoft.com/office/powerpoint/2010/main" val="2130214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6B419-AA5F-EDC3-808A-791E95873E2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D22486-58FA-A711-51CA-BB00EB990D52}"/>
              </a:ext>
            </a:extLst>
          </p:cNvPr>
          <p:cNvSpPr>
            <a:spLocks noGrp="1"/>
          </p:cNvSpPr>
          <p:nvPr>
            <p:ph type="title"/>
          </p:nvPr>
        </p:nvSpPr>
        <p:spPr/>
        <p:txBody>
          <a:bodyPr/>
          <a:lstStyle/>
          <a:p>
            <a:r>
              <a:rPr kumimoji="1" lang="ja-JP" altLang="en-US"/>
              <a:t>開発スケジュール</a:t>
            </a:r>
          </a:p>
        </p:txBody>
      </p:sp>
      <p:graphicFrame>
        <p:nvGraphicFramePr>
          <p:cNvPr id="7" name="コンテンツ プレースホルダー 6">
            <a:extLst>
              <a:ext uri="{FF2B5EF4-FFF2-40B4-BE49-F238E27FC236}">
                <a16:creationId xmlns:a16="http://schemas.microsoft.com/office/drawing/2014/main" id="{8A4E75B3-269A-7A0B-CB14-1C6F419DEB2E}"/>
              </a:ext>
            </a:extLst>
          </p:cNvPr>
          <p:cNvGraphicFramePr>
            <a:graphicFrameLocks noGrp="1"/>
          </p:cNvGraphicFramePr>
          <p:nvPr>
            <p:ph idx="1"/>
            <p:extLst>
              <p:ext uri="{D42A27DB-BD31-4B8C-83A1-F6EECF244321}">
                <p14:modId xmlns:p14="http://schemas.microsoft.com/office/powerpoint/2010/main" val="2762508788"/>
              </p:ext>
            </p:extLst>
          </p:nvPr>
        </p:nvGraphicFramePr>
        <p:xfrm>
          <a:off x="1115568" y="2223593"/>
          <a:ext cx="10167930" cy="4198565"/>
        </p:xfrm>
        <a:graphic>
          <a:graphicData uri="http://schemas.openxmlformats.org/drawingml/2006/table">
            <a:tbl>
              <a:tblPr firstRow="1" bandRow="1">
                <a:tableStyleId>{5C22544A-7EE6-4342-B048-85BDC9FD1C3A}</a:tableStyleId>
              </a:tblPr>
              <a:tblGrid>
                <a:gridCol w="2285514">
                  <a:extLst>
                    <a:ext uri="{9D8B030D-6E8A-4147-A177-3AD203B41FA5}">
                      <a16:colId xmlns:a16="http://schemas.microsoft.com/office/drawing/2014/main" val="1957376607"/>
                    </a:ext>
                  </a:extLst>
                </a:gridCol>
                <a:gridCol w="1138532">
                  <a:extLst>
                    <a:ext uri="{9D8B030D-6E8A-4147-A177-3AD203B41FA5}">
                      <a16:colId xmlns:a16="http://schemas.microsoft.com/office/drawing/2014/main" val="3214075776"/>
                    </a:ext>
                  </a:extLst>
                </a:gridCol>
                <a:gridCol w="963412">
                  <a:extLst>
                    <a:ext uri="{9D8B030D-6E8A-4147-A177-3AD203B41FA5}">
                      <a16:colId xmlns:a16="http://schemas.microsoft.com/office/drawing/2014/main" val="801849588"/>
                    </a:ext>
                  </a:extLst>
                </a:gridCol>
                <a:gridCol w="963412">
                  <a:extLst>
                    <a:ext uri="{9D8B030D-6E8A-4147-A177-3AD203B41FA5}">
                      <a16:colId xmlns:a16="http://schemas.microsoft.com/office/drawing/2014/main" val="2481778497"/>
                    </a:ext>
                  </a:extLst>
                </a:gridCol>
                <a:gridCol w="963412">
                  <a:extLst>
                    <a:ext uri="{9D8B030D-6E8A-4147-A177-3AD203B41FA5}">
                      <a16:colId xmlns:a16="http://schemas.microsoft.com/office/drawing/2014/main" val="3004701443"/>
                    </a:ext>
                  </a:extLst>
                </a:gridCol>
                <a:gridCol w="963412">
                  <a:extLst>
                    <a:ext uri="{9D8B030D-6E8A-4147-A177-3AD203B41FA5}">
                      <a16:colId xmlns:a16="http://schemas.microsoft.com/office/drawing/2014/main" val="3995325571"/>
                    </a:ext>
                  </a:extLst>
                </a:gridCol>
                <a:gridCol w="963412">
                  <a:extLst>
                    <a:ext uri="{9D8B030D-6E8A-4147-A177-3AD203B41FA5}">
                      <a16:colId xmlns:a16="http://schemas.microsoft.com/office/drawing/2014/main" val="3550829782"/>
                    </a:ext>
                  </a:extLst>
                </a:gridCol>
                <a:gridCol w="963412">
                  <a:extLst>
                    <a:ext uri="{9D8B030D-6E8A-4147-A177-3AD203B41FA5}">
                      <a16:colId xmlns:a16="http://schemas.microsoft.com/office/drawing/2014/main" val="3632214514"/>
                    </a:ext>
                  </a:extLst>
                </a:gridCol>
                <a:gridCol w="963412">
                  <a:extLst>
                    <a:ext uri="{9D8B030D-6E8A-4147-A177-3AD203B41FA5}">
                      <a16:colId xmlns:a16="http://schemas.microsoft.com/office/drawing/2014/main" val="4248563682"/>
                    </a:ext>
                  </a:extLst>
                </a:gridCol>
              </a:tblGrid>
              <a:tr h="583681">
                <a:tc>
                  <a:txBody>
                    <a:bodyPr/>
                    <a:lstStyle/>
                    <a:p>
                      <a:endParaRPr kumimoji="1" lang="ja-JP" altLang="en-US"/>
                    </a:p>
                  </a:txBody>
                  <a:tcPr>
                    <a:solidFill>
                      <a:schemeClr val="accent1">
                        <a:lumMod val="60000"/>
                        <a:lumOff val="40000"/>
                      </a:schemeClr>
                    </a:solidFill>
                  </a:tcPr>
                </a:tc>
                <a:tc>
                  <a:txBody>
                    <a:bodyPr/>
                    <a:lstStyle/>
                    <a:p>
                      <a:pPr algn="dist"/>
                      <a:r>
                        <a:rPr kumimoji="1" lang="ja-JP" altLang="en-US"/>
                        <a:t>担当</a:t>
                      </a:r>
                    </a:p>
                  </a:txBody>
                  <a:tcPr>
                    <a:solidFill>
                      <a:schemeClr val="accent1">
                        <a:lumMod val="60000"/>
                        <a:lumOff val="40000"/>
                      </a:schemeClr>
                    </a:solidFill>
                  </a:tcPr>
                </a:tc>
                <a:tc>
                  <a:txBody>
                    <a:bodyPr/>
                    <a:lstStyle/>
                    <a:p>
                      <a:pPr lvl="0" algn="dist">
                        <a:buNone/>
                      </a:pPr>
                      <a:r>
                        <a:rPr lang="en-US" altLang="ja-JP"/>
                        <a:t>4/22</a:t>
                      </a:r>
                    </a:p>
                    <a:p>
                      <a:pPr lvl="0" algn="dist">
                        <a:buNone/>
                      </a:pPr>
                      <a:r>
                        <a:rPr lang="ja-JP" altLang="en-US"/>
                        <a:t>４限</a:t>
                      </a:r>
                      <a:endParaRPr kumimoji="1" lang="ja-JP"/>
                    </a:p>
                  </a:txBody>
                  <a:tcPr>
                    <a:solidFill>
                      <a:schemeClr val="accent1">
                        <a:lumMod val="60000"/>
                        <a:lumOff val="40000"/>
                      </a:schemeClr>
                    </a:solidFill>
                  </a:tcPr>
                </a:tc>
                <a:tc>
                  <a:txBody>
                    <a:bodyPr/>
                    <a:lstStyle/>
                    <a:p>
                      <a:pPr lvl="0" algn="dist">
                        <a:buNone/>
                      </a:pPr>
                      <a:r>
                        <a:rPr lang="en-US" altLang="ja-JP"/>
                        <a:t>4/29</a:t>
                      </a:r>
                    </a:p>
                    <a:p>
                      <a:pPr lvl="0" algn="dist">
                        <a:buNone/>
                      </a:pPr>
                      <a:r>
                        <a:rPr lang="ja-JP" altLang="en-US"/>
                        <a:t>３限</a:t>
                      </a:r>
                      <a:endParaRPr kumimoji="1" lang="ja-JP"/>
                    </a:p>
                  </a:txBody>
                  <a:tcPr>
                    <a:solidFill>
                      <a:schemeClr val="accent1">
                        <a:lumMod val="60000"/>
                        <a:lumOff val="40000"/>
                      </a:schemeClr>
                    </a:solidFill>
                  </a:tcPr>
                </a:tc>
                <a:tc>
                  <a:txBody>
                    <a:bodyPr/>
                    <a:lstStyle/>
                    <a:p>
                      <a:pPr lvl="0" algn="dist">
                        <a:buNone/>
                      </a:pPr>
                      <a:r>
                        <a:rPr lang="en-US" altLang="ja-JP"/>
                        <a:t>4/29</a:t>
                      </a:r>
                    </a:p>
                    <a:p>
                      <a:pPr lvl="0" algn="dist">
                        <a:buNone/>
                      </a:pPr>
                      <a:r>
                        <a:rPr lang="ja-JP" altLang="en-US"/>
                        <a:t>４限</a:t>
                      </a:r>
                      <a:endParaRPr kumimoji="1" lang="ja-JP"/>
                    </a:p>
                  </a:txBody>
                  <a:tcPr>
                    <a:solidFill>
                      <a:schemeClr val="accent1">
                        <a:lumMod val="60000"/>
                        <a:lumOff val="40000"/>
                      </a:schemeClr>
                    </a:solidFill>
                  </a:tcPr>
                </a:tc>
                <a:tc>
                  <a:txBody>
                    <a:bodyPr/>
                    <a:lstStyle/>
                    <a:p>
                      <a:pPr lvl="0" algn="dist">
                        <a:buNone/>
                      </a:pPr>
                      <a:r>
                        <a:rPr lang="en-US" altLang="ja-JP"/>
                        <a:t>5/13</a:t>
                      </a:r>
                    </a:p>
                    <a:p>
                      <a:pPr lvl="0" algn="dist">
                        <a:buNone/>
                      </a:pPr>
                      <a:r>
                        <a:rPr lang="ja-JP" altLang="en-US"/>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5/13</a:t>
                      </a:r>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p>
                    <a:p>
                      <a:pPr lvl="0" algn="dist">
                        <a:buNone/>
                      </a:pPr>
                      <a:r>
                        <a:rPr lang="ja-JP" sz="1800" b="1" i="0" u="none" strike="noStrike" noProof="0">
                          <a:solidFill>
                            <a:srgbClr val="FFFFFF"/>
                          </a:solidFill>
                          <a:latin typeface="Avenir Next LT Pro"/>
                        </a:rPr>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extLst>
                  <a:ext uri="{0D108BD9-81ED-4DB2-BD59-A6C34878D82A}">
                    <a16:rowId xmlns:a16="http://schemas.microsoft.com/office/drawing/2014/main" val="2686417698"/>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3</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西森</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3183835224"/>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4</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稲葉</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209769983"/>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5</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2627432006"/>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6</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西森</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1483998621"/>
                  </a:ext>
                </a:extLst>
              </a:tr>
              <a:tr h="583681">
                <a:tc>
                  <a:txBody>
                    <a:bodyPr/>
                    <a:lstStyle/>
                    <a:p>
                      <a:r>
                        <a:rPr lang="ja-JP" altLang="en-US" sz="1800" b="0" i="0" u="none" strike="noStrike" kern="1200">
                          <a:solidFill>
                            <a:schemeClr val="dk1"/>
                          </a:solidFill>
                          <a:effectLst/>
                          <a:latin typeface="+mn-lt"/>
                          <a:ea typeface="+mn-ea"/>
                          <a:cs typeface="+mn-cs"/>
                        </a:rPr>
                        <a:t>システムテスト</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全体</a:t>
                      </a:r>
                      <a:r>
                        <a:rPr lang="en-US" altLang="ja-JP" sz="1800" b="0" i="0" u="none" strike="noStrike" kern="1200">
                          <a:solidFill>
                            <a:schemeClr val="dk1"/>
                          </a:solidFill>
                          <a:effectLst/>
                          <a:latin typeface="+mn-lt"/>
                          <a:ea typeface="+mn-ea"/>
                          <a:cs typeface="+mn-cs"/>
                        </a:rPr>
                        <a:t>)</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641306321"/>
                  </a:ext>
                </a:extLst>
              </a:tr>
              <a:tr h="583681">
                <a:tc>
                  <a:txBody>
                    <a:bodyPr/>
                    <a:lstStyle/>
                    <a:p>
                      <a:r>
                        <a:rPr lang="zh-TW" altLang="en-US" sz="1800" b="0" i="0" u="none" strike="noStrike" kern="1200">
                          <a:solidFill>
                            <a:schemeClr val="dk1"/>
                          </a:solidFill>
                          <a:effectLst/>
                          <a:latin typeface="+mn-lt"/>
                          <a:ea typeface="+mn-ea"/>
                          <a:cs typeface="+mn-cs"/>
                        </a:rPr>
                        <a:t>成果発表資料作成</a:t>
                      </a:r>
                      <a:endParaRPr kumimoji="1" lang="ja-JP" altLang="en-US"/>
                    </a:p>
                  </a:txBody>
                  <a:tcPr/>
                </a:tc>
                <a:tc>
                  <a:txBody>
                    <a:bodyPr/>
                    <a:lstStyle/>
                    <a:p>
                      <a:pPr algn="dist"/>
                      <a:r>
                        <a:rPr kumimoji="1" lang="ja-JP" altLang="en-US"/>
                        <a:t>全員</a:t>
                      </a:r>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solidFill>
                      <a:schemeClr val="accent4">
                        <a:lumMod val="40000"/>
                        <a:lumOff val="60000"/>
                      </a:schemeClr>
                    </a:solidFill>
                  </a:tcPr>
                </a:tc>
                <a:extLst>
                  <a:ext uri="{0D108BD9-81ED-4DB2-BD59-A6C34878D82A}">
                    <a16:rowId xmlns:a16="http://schemas.microsoft.com/office/drawing/2014/main" val="2954894244"/>
                  </a:ext>
                </a:extLst>
              </a:tr>
            </a:tbl>
          </a:graphicData>
        </a:graphic>
      </p:graphicFrame>
      <p:sp>
        <p:nvSpPr>
          <p:cNvPr id="4" name="日付プレースホルダー 3">
            <a:extLst>
              <a:ext uri="{FF2B5EF4-FFF2-40B4-BE49-F238E27FC236}">
                <a16:creationId xmlns:a16="http://schemas.microsoft.com/office/drawing/2014/main" id="{2EF3C4C2-8B55-10C3-1165-94FB8425031E}"/>
              </a:ext>
            </a:extLst>
          </p:cNvPr>
          <p:cNvSpPr>
            <a:spLocks noGrp="1"/>
          </p:cNvSpPr>
          <p:nvPr>
            <p:ph type="dt" sz="half" idx="10"/>
          </p:nvPr>
        </p:nvSpPr>
        <p:spPr/>
        <p:txBody>
          <a:bodyPr/>
          <a:lstStyle/>
          <a:p>
            <a:fld id="{9EBBC708-4A6D-4C71-9D3B-28D79ABE82F3}" type="datetime1">
              <a:rPr lang="en-US" altLang="ja-JP" smtClean="0"/>
              <a:t>4/22/26</a:t>
            </a:fld>
            <a:endParaRPr lang="en-US"/>
          </a:p>
        </p:txBody>
      </p:sp>
      <p:sp>
        <p:nvSpPr>
          <p:cNvPr id="6" name="スライド番号プレースホルダー 5">
            <a:extLst>
              <a:ext uri="{FF2B5EF4-FFF2-40B4-BE49-F238E27FC236}">
                <a16:creationId xmlns:a16="http://schemas.microsoft.com/office/drawing/2014/main" id="{E33EA476-0393-C079-4EFB-0D56EED5930E}"/>
              </a:ext>
            </a:extLst>
          </p:cNvPr>
          <p:cNvSpPr>
            <a:spLocks noGrp="1"/>
          </p:cNvSpPr>
          <p:nvPr>
            <p:ph type="sldNum" sz="quarter" idx="12"/>
          </p:nvPr>
        </p:nvSpPr>
        <p:spPr/>
        <p:txBody>
          <a:bodyPr/>
          <a:lstStyle/>
          <a:p>
            <a:fld id="{A65A5C87-DF58-40C8-B092-1DE63DB4547E}" type="slidenum">
              <a:rPr lang="en-US" smtClean="0"/>
              <a:t>13</a:t>
            </a:fld>
            <a:endParaRPr lang="en-US"/>
          </a:p>
        </p:txBody>
      </p:sp>
    </p:spTree>
    <p:extLst>
      <p:ext uri="{BB962C8B-B14F-4D97-AF65-F5344CB8AC3E}">
        <p14:creationId xmlns:p14="http://schemas.microsoft.com/office/powerpoint/2010/main" val="4271564713"/>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09E0E637DC45374FA9E4B2E27FF2045A" ma:contentTypeVersion="5" ma:contentTypeDescription="新しいドキュメントを作成します。" ma:contentTypeScope="" ma:versionID="7b89e663245549752ea9261cfe9e92ef">
  <xsd:schema xmlns:xsd="http://www.w3.org/2001/XMLSchema" xmlns:xs="http://www.w3.org/2001/XMLSchema" xmlns:p="http://schemas.microsoft.com/office/2006/metadata/properties" xmlns:ns3="75cb7fcd-0019-443b-a50f-978e56686e52" targetNamespace="http://schemas.microsoft.com/office/2006/metadata/properties" ma:root="true" ma:fieldsID="9320e46bd7d6d0bdd277c46f42c16969" ns3:_="">
    <xsd:import namespace="75cb7fcd-0019-443b-a50f-978e56686e5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cb7fcd-0019-443b-a50f-978e56686e5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75cb7fcd-0019-443b-a50f-978e56686e5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AA2CA36-6E5B-4C8C-84FB-04A75F0AE896}">
  <ds:schemaRefs>
    <ds:schemaRef ds:uri="75cb7fcd-0019-443b-a50f-978e56686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A348726-5B21-4DD6-AB53-8DA38FC847BC}">
  <ds:schemaRefs>
    <ds:schemaRef ds:uri="http://schemas.openxmlformats.org/package/2006/metadata/core-properties"/>
    <ds:schemaRef ds:uri="http://purl.org/dc/terms/"/>
    <ds:schemaRef ds:uri="http://purl.org/dc/elements/1.1/"/>
    <ds:schemaRef ds:uri="http://schemas.microsoft.com/office/2006/documentManagement/types"/>
    <ds:schemaRef ds:uri="http://schemas.microsoft.com/office/infopath/2007/PartnerControls"/>
    <ds:schemaRef ds:uri="http://schemas.microsoft.com/office/2006/metadata/properties"/>
    <ds:schemaRef ds:uri="75cb7fcd-0019-443b-a50f-978e56686e52"/>
    <ds:schemaRef ds:uri="http://www.w3.org/XML/1998/namespace"/>
    <ds:schemaRef ds:uri="http://purl.org/dc/dcmitype/"/>
  </ds:schemaRefs>
</ds:datastoreItem>
</file>

<file path=customXml/itemProps3.xml><?xml version="1.0" encoding="utf-8"?>
<ds:datastoreItem xmlns:ds="http://schemas.openxmlformats.org/officeDocument/2006/customXml" ds:itemID="{A9F94E71-AD72-4963-83ED-34FCF7267824}">
  <ds:schemaRefs>
    <ds:schemaRef ds:uri="http://schemas.microsoft.com/sharepoint/v3/contenttype/forms"/>
  </ds:schemaRefs>
</ds:datastoreItem>
</file>

<file path=docMetadata/LabelInfo.xml><?xml version="1.0" encoding="utf-8"?>
<clbl:labelList xmlns:clbl="http://schemas.microsoft.com/office/2020/mipLabelMetadata">
  <clbl:label id="{a449438d-3606-490b-844f-c4e15e535fca}" enabled="0" method="" siteId="{a449438d-3606-490b-844f-c4e15e535fca}" removed="1"/>
</clbl:labelList>
</file>

<file path=docProps/app.xml><?xml version="1.0" encoding="utf-8"?>
<Properties xmlns="http://schemas.openxmlformats.org/officeDocument/2006/extended-properties" xmlns:vt="http://schemas.openxmlformats.org/officeDocument/2006/docPropsVTypes">
  <TotalTime>2</TotalTime>
  <Words>742</Words>
  <Application>Microsoft Macintosh PowerPoint</Application>
  <PresentationFormat>ワイド画面</PresentationFormat>
  <Paragraphs>152</Paragraphs>
  <Slides>13</Slides>
  <Notes>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游ゴシック</vt:lpstr>
      <vt:lpstr>游ゴシック Light</vt:lpstr>
      <vt:lpstr>Arial</vt:lpstr>
      <vt:lpstr>Avenir Next LT Pro</vt:lpstr>
      <vt:lpstr>AccentBoxVTI</vt:lpstr>
      <vt:lpstr>中間発表</vt:lpstr>
      <vt:lpstr>１．要求仕様</vt:lpstr>
      <vt:lpstr>システムの概要</vt:lpstr>
      <vt:lpstr>要求仕様</vt:lpstr>
      <vt:lpstr>想定する利用者</vt:lpstr>
      <vt:lpstr>２．設計</vt:lpstr>
      <vt:lpstr>システム処理の流れ</vt:lpstr>
      <vt:lpstr>必要なモジュール</vt:lpstr>
      <vt:lpstr>３．プロジェクト計画</vt:lpstr>
      <vt:lpstr>開発体制</vt:lpstr>
      <vt:lpstr>開発スケジュール</vt:lpstr>
      <vt:lpstr>開発スケジュール</vt:lpstr>
      <vt:lpstr>開発スケジュール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松下 晃大(is0847ks)</dc:creator>
  <cp:lastModifiedBy>釣井 陽介(is0836vp)</cp:lastModifiedBy>
  <cp:revision>1</cp:revision>
  <dcterms:created xsi:type="dcterms:W3CDTF">2026-04-15T07:15:12Z</dcterms:created>
  <dcterms:modified xsi:type="dcterms:W3CDTF">2026-04-22T03:11:27Z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0x01010009E0E637DC45374FA9E4B2E27FF2045A</vt:lpwstr>
  </property>
</Properties>
</file>